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Default Extension="xlsx" ContentType="application/vnd.openxmlformats-officedocument.spreadsheetml.sheet"/>
  <Override PartName="/ppt/charts/chart1.xml" ContentType="application/vnd.openxmlformats-officedocument.drawingml.chart+xml"/>
</Types>
</file>

<file path=_rels/.rels>&#65279;<?xml version="1.0" encoding="utf-8"?><Relationships xmlns="http://schemas.openxmlformats.org/package/2006/relationships"><Relationship Type="http://schemas.openxmlformats.org/package/2006/relationships/metadata/core-properties" Target="/docProps/core.xml" Id="R2a9c750ae1794eec" /><Relationship Type="http://schemas.openxmlformats.org/officeDocument/2006/relationships/extended-properties" Target="/docProps/app.xml" Id="Rca3b6780084b4ee0" /><Relationship Type="http://schemas.openxmlformats.org/officeDocument/2006/relationships/officeDocument" Target="/ppt/presentation.xml" Id="Rcba6d989a5cb4651" /></Relationships>
</file>

<file path=ppt/presentation.xml><?xml version="1.0" encoding="utf-8"?>
<p:presentation xmlns:p="http://schemas.openxmlformats.org/presentationml/2006/main">
  <p:sldMasterIdLst>
    <p:sldMasterId xmlns:r="http://schemas.openxmlformats.org/officeDocument/2006/relationships" id="2147483648" r:id="Rbb9d67eb9b834f09"/>
  </p:sldMasterIdLst>
  <p:notesMasterIdLst>
    <p:notesMasterId xmlns:r="http://schemas.openxmlformats.org/officeDocument/2006/relationships" r:id="R83b7cb1aaa4d42dc"/>
  </p:notesMasterIdLst>
  <p:sldIdLst>
    <p:sldId xmlns:r="http://schemas.openxmlformats.org/officeDocument/2006/relationships" id="256" r:id="Rc89ad6959f664ddd"/>
    <p:sldId xmlns:r="http://schemas.openxmlformats.org/officeDocument/2006/relationships" id="257" r:id="R0091586300d34ec4"/>
    <p:sldId xmlns:r="http://schemas.openxmlformats.org/officeDocument/2006/relationships" id="258" r:id="Rb5b565054f1a4f72"/>
    <p:sldId xmlns:r="http://schemas.openxmlformats.org/officeDocument/2006/relationships" id="259" r:id="R08f763706c394f96"/>
    <p:sldId xmlns:r="http://schemas.openxmlformats.org/officeDocument/2006/relationships" id="260" r:id="R953dcf9828974adb"/>
    <p:sldId xmlns:r="http://schemas.openxmlformats.org/officeDocument/2006/relationships" id="261" r:id="R79a1d3157b814b9f"/>
    <p:sldId xmlns:r="http://schemas.openxmlformats.org/officeDocument/2006/relationships" id="262" r:id="Rbd292b8ff221470b"/>
    <p:sldId xmlns:r="http://schemas.openxmlformats.org/officeDocument/2006/relationships" id="263" r:id="R77602482c8134ed7"/>
    <p:sldId xmlns:r="http://schemas.openxmlformats.org/officeDocument/2006/relationships" id="264" r:id="Rba78fcd5441e4965"/>
    <p:sldId xmlns:r="http://schemas.openxmlformats.org/officeDocument/2006/relationships" id="265" r:id="R97b2497c7485409e"/>
    <p:sldId xmlns:r="http://schemas.openxmlformats.org/officeDocument/2006/relationships" id="266" r:id="R45f6232a79c34627"/>
    <p:sldId xmlns:r="http://schemas.openxmlformats.org/officeDocument/2006/relationships" id="267" r:id="R94683bb03a3549e8"/>
    <p:sldId xmlns:r="http://schemas.openxmlformats.org/officeDocument/2006/relationships" id="268" r:id="Refe53eb6012a4ade"/>
    <p:sldId xmlns:r="http://schemas.openxmlformats.org/officeDocument/2006/relationships" id="269" r:id="R3cad6c261a7c4f64"/>
    <p:sldId xmlns:r="http://schemas.openxmlformats.org/officeDocument/2006/relationships" id="270" r:id="R65cbb530cf3844db"/>
    <p:sldId xmlns:r="http://schemas.openxmlformats.org/officeDocument/2006/relationships" id="271" r:id="Rdb9e6539d6f74aa7"/>
    <p:sldId xmlns:r="http://schemas.openxmlformats.org/officeDocument/2006/relationships" id="272" r:id="Refbbd1fd3b684067"/>
    <p:sldId xmlns:r="http://schemas.openxmlformats.org/officeDocument/2006/relationships" id="273" r:id="R489eba4f57684fc7"/>
    <p:sldId xmlns:r="http://schemas.openxmlformats.org/officeDocument/2006/relationships" id="274" r:id="R02a80ac9cfe0414e"/>
    <p:sldId xmlns:r="http://schemas.openxmlformats.org/officeDocument/2006/relationships" id="275" r:id="R9506a908c41f43e7"/>
    <p:sldId xmlns:r="http://schemas.openxmlformats.org/officeDocument/2006/relationships" id="276" r:id="Rb3fd0f5e32ff4503"/>
    <p:sldId xmlns:r="http://schemas.openxmlformats.org/officeDocument/2006/relationships" id="277" r:id="R9c64716a7a6c49cd"/>
    <p:sldId xmlns:r="http://schemas.openxmlformats.org/officeDocument/2006/relationships" id="278" r:id="R28818dbbbd4d46d1"/>
    <p:sldId xmlns:r="http://schemas.openxmlformats.org/officeDocument/2006/relationships" id="279" r:id="R15f167bb716844c5"/>
    <p:sldId xmlns:r="http://schemas.openxmlformats.org/officeDocument/2006/relationships" id="280" r:id="R59cf78438f65405e"/>
    <p:sldId xmlns:r="http://schemas.openxmlformats.org/officeDocument/2006/relationships" id="281" r:id="Re3ac08cc1a73400b"/>
    <p:sldId xmlns:r="http://schemas.openxmlformats.org/officeDocument/2006/relationships" id="282" r:id="R3775efe745c2401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e9509081f67447e2" /><Relationship Type="http://schemas.openxmlformats.org/officeDocument/2006/relationships/slideMaster" Target="/ppt/slideMasters/slideMaster1.xml" Id="Rbb9d67eb9b834f09" /><Relationship Type="http://schemas.openxmlformats.org/officeDocument/2006/relationships/notesMaster" Target="/ppt/notesMasters/notesMaster1.xml" Id="R83b7cb1aaa4d42dc" /><Relationship Type="http://schemas.openxmlformats.org/officeDocument/2006/relationships/presProps" Target="/ppt/presProps.xml" Id="Re00e12e485284884" /><Relationship Type="http://schemas.openxmlformats.org/officeDocument/2006/relationships/viewProps" Target="/ppt/viewProps.xml" Id="Rd8baef8fe01f43d6" /><Relationship Type="http://schemas.openxmlformats.org/officeDocument/2006/relationships/tableStyles" Target="/ppt/tableStyles.xml" Id="Rdcd359137a604449" /><Relationship Type="http://schemas.openxmlformats.org/officeDocument/2006/relationships/slide" Target="/ppt/slides/slide1.xml" Id="Rc89ad6959f664ddd" /><Relationship Type="http://schemas.openxmlformats.org/officeDocument/2006/relationships/slide" Target="/ppt/slides/slide2.xml" Id="R0091586300d34ec4" /><Relationship Type="http://schemas.openxmlformats.org/officeDocument/2006/relationships/slide" Target="/ppt/slides/slide3.xml" Id="Rb5b565054f1a4f72" /><Relationship Type="http://schemas.openxmlformats.org/officeDocument/2006/relationships/slide" Target="/ppt/slides/slide4.xml" Id="R08f763706c394f96" /><Relationship Type="http://schemas.openxmlformats.org/officeDocument/2006/relationships/slide" Target="/ppt/slides/slide5.xml" Id="R953dcf9828974adb" /><Relationship Type="http://schemas.openxmlformats.org/officeDocument/2006/relationships/slide" Target="/ppt/slides/slide6.xml" Id="R79a1d3157b814b9f" /><Relationship Type="http://schemas.openxmlformats.org/officeDocument/2006/relationships/slide" Target="/ppt/slides/slide7.xml" Id="Rbd292b8ff221470b" /><Relationship Type="http://schemas.openxmlformats.org/officeDocument/2006/relationships/slide" Target="/ppt/slides/slide8.xml" Id="R77602482c8134ed7" /><Relationship Type="http://schemas.openxmlformats.org/officeDocument/2006/relationships/slide" Target="/ppt/slides/slide9.xml" Id="Rba78fcd5441e4965" /><Relationship Type="http://schemas.openxmlformats.org/officeDocument/2006/relationships/slide" Target="/ppt/slides/slide10.xml" Id="R97b2497c7485409e" /><Relationship Type="http://schemas.openxmlformats.org/officeDocument/2006/relationships/slide" Target="/ppt/slides/slide11.xml" Id="R45f6232a79c34627" /><Relationship Type="http://schemas.openxmlformats.org/officeDocument/2006/relationships/slide" Target="/ppt/slides/slide12.xml" Id="R94683bb03a3549e8" /><Relationship Type="http://schemas.openxmlformats.org/officeDocument/2006/relationships/slide" Target="/ppt/slides/slide13.xml" Id="Refe53eb6012a4ade" /><Relationship Type="http://schemas.openxmlformats.org/officeDocument/2006/relationships/slide" Target="/ppt/slides/slide14.xml" Id="R3cad6c261a7c4f64" /><Relationship Type="http://schemas.openxmlformats.org/officeDocument/2006/relationships/slide" Target="/ppt/slides/slide15.xml" Id="R65cbb530cf3844db" /><Relationship Type="http://schemas.openxmlformats.org/officeDocument/2006/relationships/slide" Target="/ppt/slides/slide16.xml" Id="Rdb9e6539d6f74aa7" /><Relationship Type="http://schemas.openxmlformats.org/officeDocument/2006/relationships/slide" Target="/ppt/slides/slide17.xml" Id="Refbbd1fd3b684067" /><Relationship Type="http://schemas.openxmlformats.org/officeDocument/2006/relationships/slide" Target="/ppt/slides/slide18.xml" Id="R489eba4f57684fc7" /><Relationship Type="http://schemas.openxmlformats.org/officeDocument/2006/relationships/slide" Target="/ppt/slides/slide19.xml" Id="R02a80ac9cfe0414e" /><Relationship Type="http://schemas.openxmlformats.org/officeDocument/2006/relationships/slide" Target="/ppt/slides/slide20.xml" Id="R9506a908c41f43e7" /><Relationship Type="http://schemas.openxmlformats.org/officeDocument/2006/relationships/slide" Target="/ppt/slides/slide21.xml" Id="Rb3fd0f5e32ff4503" /><Relationship Type="http://schemas.openxmlformats.org/officeDocument/2006/relationships/slide" Target="/ppt/slides/slide22.xml" Id="R9c64716a7a6c49cd" /><Relationship Type="http://schemas.openxmlformats.org/officeDocument/2006/relationships/slide" Target="/ppt/slides/slide23.xml" Id="R28818dbbbd4d46d1" /><Relationship Type="http://schemas.openxmlformats.org/officeDocument/2006/relationships/slide" Target="/ppt/slides/slide24.xml" Id="R15f167bb716844c5" /><Relationship Type="http://schemas.openxmlformats.org/officeDocument/2006/relationships/slide" Target="/ppt/slides/slide25.xml" Id="R59cf78438f65405e" /><Relationship Type="http://schemas.openxmlformats.org/officeDocument/2006/relationships/slide" Target="/ppt/slides/slide26.xml" Id="Re3ac08cc1a73400b" /><Relationship Type="http://schemas.openxmlformats.org/officeDocument/2006/relationships/slide" Target="/ppt/slides/slide27.xml" Id="R3775efe745c2401c" /></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scatterChart>
        <c:scatterStyle val="lineMarker"/>
        <c:varyColors val="1"/>
        <c:ser>
          <c:idx val="0"/>
          <c:order val="0"/>
          <c:tx>
            <c:v>Total training loss</c:v>
          </c:tx>
          <c:spPr>
            <a:ln w="19050">
              <a:solidFill>
                <a:srgbClr val="0D4C82"/>
              </a:solidFill>
            </a:ln>
          </c:spPr>
          <c:marker>
            <c:symbol val="none"/>
          </c:marker>
          <c:xVal>
            <c:numRef>
              <c:f>'Chart Data'!$A$2:$A$3001</c:f>
              <c:numCache>
                <c:formatCode>General</c:formatCode>
                <c:ptCount val="300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pt idx="512">
                  <c:v>513</c:v>
                </c:pt>
                <c:pt idx="513">
                  <c:v>514</c:v>
                </c:pt>
                <c:pt idx="514">
                  <c:v>515</c:v>
                </c:pt>
                <c:pt idx="515">
                  <c:v>516</c:v>
                </c:pt>
                <c:pt idx="516">
                  <c:v>517</c:v>
                </c:pt>
                <c:pt idx="517">
                  <c:v>518</c:v>
                </c:pt>
                <c:pt idx="518">
                  <c:v>519</c:v>
                </c:pt>
                <c:pt idx="519">
                  <c:v>520</c:v>
                </c:pt>
                <c:pt idx="520">
                  <c:v>521</c:v>
                </c:pt>
                <c:pt idx="521">
                  <c:v>522</c:v>
                </c:pt>
                <c:pt idx="522">
                  <c:v>523</c:v>
                </c:pt>
                <c:pt idx="523">
                  <c:v>524</c:v>
                </c:pt>
                <c:pt idx="524">
                  <c:v>525</c:v>
                </c:pt>
                <c:pt idx="525">
                  <c:v>526</c:v>
                </c:pt>
                <c:pt idx="526">
                  <c:v>527</c:v>
                </c:pt>
                <c:pt idx="527">
                  <c:v>528</c:v>
                </c:pt>
                <c:pt idx="528">
                  <c:v>529</c:v>
                </c:pt>
                <c:pt idx="529">
                  <c:v>530</c:v>
                </c:pt>
                <c:pt idx="530">
                  <c:v>531</c:v>
                </c:pt>
                <c:pt idx="531">
                  <c:v>532</c:v>
                </c:pt>
                <c:pt idx="532">
                  <c:v>533</c:v>
                </c:pt>
                <c:pt idx="533">
                  <c:v>534</c:v>
                </c:pt>
                <c:pt idx="534">
                  <c:v>535</c:v>
                </c:pt>
                <c:pt idx="535">
                  <c:v>536</c:v>
                </c:pt>
                <c:pt idx="536">
                  <c:v>537</c:v>
                </c:pt>
                <c:pt idx="537">
                  <c:v>538</c:v>
                </c:pt>
                <c:pt idx="538">
                  <c:v>539</c:v>
                </c:pt>
                <c:pt idx="539">
                  <c:v>540</c:v>
                </c:pt>
                <c:pt idx="540">
                  <c:v>541</c:v>
                </c:pt>
                <c:pt idx="541">
                  <c:v>542</c:v>
                </c:pt>
                <c:pt idx="542">
                  <c:v>543</c:v>
                </c:pt>
                <c:pt idx="543">
                  <c:v>544</c:v>
                </c:pt>
                <c:pt idx="544">
                  <c:v>545</c:v>
                </c:pt>
                <c:pt idx="545">
                  <c:v>546</c:v>
                </c:pt>
                <c:pt idx="546">
                  <c:v>547</c:v>
                </c:pt>
                <c:pt idx="547">
                  <c:v>548</c:v>
                </c:pt>
                <c:pt idx="548">
                  <c:v>549</c:v>
                </c:pt>
                <c:pt idx="549">
                  <c:v>550</c:v>
                </c:pt>
                <c:pt idx="550">
                  <c:v>551</c:v>
                </c:pt>
                <c:pt idx="551">
                  <c:v>552</c:v>
                </c:pt>
                <c:pt idx="552">
                  <c:v>553</c:v>
                </c:pt>
                <c:pt idx="553">
                  <c:v>554</c:v>
                </c:pt>
                <c:pt idx="554">
                  <c:v>555</c:v>
                </c:pt>
                <c:pt idx="555">
                  <c:v>556</c:v>
                </c:pt>
                <c:pt idx="556">
                  <c:v>557</c:v>
                </c:pt>
                <c:pt idx="557">
                  <c:v>558</c:v>
                </c:pt>
                <c:pt idx="558">
                  <c:v>559</c:v>
                </c:pt>
                <c:pt idx="559">
                  <c:v>560</c:v>
                </c:pt>
                <c:pt idx="560">
                  <c:v>561</c:v>
                </c:pt>
                <c:pt idx="561">
                  <c:v>562</c:v>
                </c:pt>
                <c:pt idx="562">
                  <c:v>563</c:v>
                </c:pt>
                <c:pt idx="563">
                  <c:v>564</c:v>
                </c:pt>
                <c:pt idx="564">
                  <c:v>565</c:v>
                </c:pt>
                <c:pt idx="565">
                  <c:v>566</c:v>
                </c:pt>
                <c:pt idx="566">
                  <c:v>567</c:v>
                </c:pt>
                <c:pt idx="567">
                  <c:v>568</c:v>
                </c:pt>
                <c:pt idx="568">
                  <c:v>569</c:v>
                </c:pt>
                <c:pt idx="569">
                  <c:v>570</c:v>
                </c:pt>
                <c:pt idx="570">
                  <c:v>571</c:v>
                </c:pt>
                <c:pt idx="571">
                  <c:v>572</c:v>
                </c:pt>
                <c:pt idx="572">
                  <c:v>573</c:v>
                </c:pt>
                <c:pt idx="573">
                  <c:v>574</c:v>
                </c:pt>
                <c:pt idx="574">
                  <c:v>575</c:v>
                </c:pt>
                <c:pt idx="575">
                  <c:v>576</c:v>
                </c:pt>
                <c:pt idx="576">
                  <c:v>577</c:v>
                </c:pt>
                <c:pt idx="577">
                  <c:v>578</c:v>
                </c:pt>
                <c:pt idx="578">
                  <c:v>579</c:v>
                </c:pt>
                <c:pt idx="579">
                  <c:v>580</c:v>
                </c:pt>
                <c:pt idx="580">
                  <c:v>581</c:v>
                </c:pt>
                <c:pt idx="581">
                  <c:v>582</c:v>
                </c:pt>
                <c:pt idx="582">
                  <c:v>583</c:v>
                </c:pt>
                <c:pt idx="583">
                  <c:v>584</c:v>
                </c:pt>
                <c:pt idx="584">
                  <c:v>585</c:v>
                </c:pt>
                <c:pt idx="585">
                  <c:v>586</c:v>
                </c:pt>
                <c:pt idx="586">
                  <c:v>587</c:v>
                </c:pt>
                <c:pt idx="587">
                  <c:v>588</c:v>
                </c:pt>
                <c:pt idx="588">
                  <c:v>589</c:v>
                </c:pt>
                <c:pt idx="589">
                  <c:v>590</c:v>
                </c:pt>
                <c:pt idx="590">
                  <c:v>591</c:v>
                </c:pt>
                <c:pt idx="591">
                  <c:v>592</c:v>
                </c:pt>
                <c:pt idx="592">
                  <c:v>593</c:v>
                </c:pt>
                <c:pt idx="593">
                  <c:v>594</c:v>
                </c:pt>
                <c:pt idx="594">
                  <c:v>595</c:v>
                </c:pt>
                <c:pt idx="595">
                  <c:v>596</c:v>
                </c:pt>
                <c:pt idx="596">
                  <c:v>597</c:v>
                </c:pt>
                <c:pt idx="597">
                  <c:v>598</c:v>
                </c:pt>
                <c:pt idx="598">
                  <c:v>599</c:v>
                </c:pt>
                <c:pt idx="599">
                  <c:v>600</c:v>
                </c:pt>
                <c:pt idx="600">
                  <c:v>601</c:v>
                </c:pt>
                <c:pt idx="601">
                  <c:v>602</c:v>
                </c:pt>
                <c:pt idx="602">
                  <c:v>603</c:v>
                </c:pt>
                <c:pt idx="603">
                  <c:v>604</c:v>
                </c:pt>
                <c:pt idx="604">
                  <c:v>605</c:v>
                </c:pt>
                <c:pt idx="605">
                  <c:v>606</c:v>
                </c:pt>
                <c:pt idx="606">
                  <c:v>607</c:v>
                </c:pt>
                <c:pt idx="607">
                  <c:v>608</c:v>
                </c:pt>
                <c:pt idx="608">
                  <c:v>609</c:v>
                </c:pt>
                <c:pt idx="609">
                  <c:v>610</c:v>
                </c:pt>
                <c:pt idx="610">
                  <c:v>611</c:v>
                </c:pt>
                <c:pt idx="611">
                  <c:v>612</c:v>
                </c:pt>
                <c:pt idx="612">
                  <c:v>613</c:v>
                </c:pt>
                <c:pt idx="613">
                  <c:v>614</c:v>
                </c:pt>
                <c:pt idx="614">
                  <c:v>615</c:v>
                </c:pt>
                <c:pt idx="615">
                  <c:v>616</c:v>
                </c:pt>
                <c:pt idx="616">
                  <c:v>617</c:v>
                </c:pt>
                <c:pt idx="617">
                  <c:v>618</c:v>
                </c:pt>
                <c:pt idx="618">
                  <c:v>619</c:v>
                </c:pt>
                <c:pt idx="619">
                  <c:v>620</c:v>
                </c:pt>
                <c:pt idx="620">
                  <c:v>621</c:v>
                </c:pt>
                <c:pt idx="621">
                  <c:v>622</c:v>
                </c:pt>
                <c:pt idx="622">
                  <c:v>623</c:v>
                </c:pt>
                <c:pt idx="623">
                  <c:v>624</c:v>
                </c:pt>
                <c:pt idx="624">
                  <c:v>625</c:v>
                </c:pt>
                <c:pt idx="625">
                  <c:v>626</c:v>
                </c:pt>
                <c:pt idx="626">
                  <c:v>627</c:v>
                </c:pt>
                <c:pt idx="627">
                  <c:v>628</c:v>
                </c:pt>
                <c:pt idx="628">
                  <c:v>629</c:v>
                </c:pt>
                <c:pt idx="629">
                  <c:v>630</c:v>
                </c:pt>
                <c:pt idx="630">
                  <c:v>631</c:v>
                </c:pt>
                <c:pt idx="631">
                  <c:v>632</c:v>
                </c:pt>
                <c:pt idx="632">
                  <c:v>633</c:v>
                </c:pt>
                <c:pt idx="633">
                  <c:v>634</c:v>
                </c:pt>
                <c:pt idx="634">
                  <c:v>635</c:v>
                </c:pt>
                <c:pt idx="635">
                  <c:v>636</c:v>
                </c:pt>
                <c:pt idx="636">
                  <c:v>637</c:v>
                </c:pt>
                <c:pt idx="637">
                  <c:v>638</c:v>
                </c:pt>
                <c:pt idx="638">
                  <c:v>639</c:v>
                </c:pt>
                <c:pt idx="639">
                  <c:v>640</c:v>
                </c:pt>
                <c:pt idx="640">
                  <c:v>641</c:v>
                </c:pt>
                <c:pt idx="641">
                  <c:v>642</c:v>
                </c:pt>
                <c:pt idx="642">
                  <c:v>643</c:v>
                </c:pt>
                <c:pt idx="643">
                  <c:v>644</c:v>
                </c:pt>
                <c:pt idx="644">
                  <c:v>645</c:v>
                </c:pt>
                <c:pt idx="645">
                  <c:v>646</c:v>
                </c:pt>
                <c:pt idx="646">
                  <c:v>647</c:v>
                </c:pt>
                <c:pt idx="647">
                  <c:v>648</c:v>
                </c:pt>
                <c:pt idx="648">
                  <c:v>649</c:v>
                </c:pt>
                <c:pt idx="649">
                  <c:v>650</c:v>
                </c:pt>
                <c:pt idx="650">
                  <c:v>651</c:v>
                </c:pt>
                <c:pt idx="651">
                  <c:v>652</c:v>
                </c:pt>
                <c:pt idx="652">
                  <c:v>653</c:v>
                </c:pt>
                <c:pt idx="653">
                  <c:v>654</c:v>
                </c:pt>
                <c:pt idx="654">
                  <c:v>655</c:v>
                </c:pt>
                <c:pt idx="655">
                  <c:v>656</c:v>
                </c:pt>
                <c:pt idx="656">
                  <c:v>657</c:v>
                </c:pt>
                <c:pt idx="657">
                  <c:v>658</c:v>
                </c:pt>
                <c:pt idx="658">
                  <c:v>659</c:v>
                </c:pt>
                <c:pt idx="659">
                  <c:v>660</c:v>
                </c:pt>
                <c:pt idx="660">
                  <c:v>661</c:v>
                </c:pt>
                <c:pt idx="661">
                  <c:v>662</c:v>
                </c:pt>
                <c:pt idx="662">
                  <c:v>663</c:v>
                </c:pt>
                <c:pt idx="663">
                  <c:v>664</c:v>
                </c:pt>
                <c:pt idx="664">
                  <c:v>665</c:v>
                </c:pt>
                <c:pt idx="665">
                  <c:v>666</c:v>
                </c:pt>
                <c:pt idx="666">
                  <c:v>667</c:v>
                </c:pt>
                <c:pt idx="667">
                  <c:v>668</c:v>
                </c:pt>
                <c:pt idx="668">
                  <c:v>669</c:v>
                </c:pt>
                <c:pt idx="669">
                  <c:v>670</c:v>
                </c:pt>
                <c:pt idx="670">
                  <c:v>671</c:v>
                </c:pt>
                <c:pt idx="671">
                  <c:v>672</c:v>
                </c:pt>
                <c:pt idx="672">
                  <c:v>673</c:v>
                </c:pt>
                <c:pt idx="673">
                  <c:v>674</c:v>
                </c:pt>
                <c:pt idx="674">
                  <c:v>675</c:v>
                </c:pt>
                <c:pt idx="675">
                  <c:v>676</c:v>
                </c:pt>
                <c:pt idx="676">
                  <c:v>677</c:v>
                </c:pt>
                <c:pt idx="677">
                  <c:v>678</c:v>
                </c:pt>
                <c:pt idx="678">
                  <c:v>679</c:v>
                </c:pt>
                <c:pt idx="679">
                  <c:v>680</c:v>
                </c:pt>
                <c:pt idx="680">
                  <c:v>681</c:v>
                </c:pt>
                <c:pt idx="681">
                  <c:v>682</c:v>
                </c:pt>
                <c:pt idx="682">
                  <c:v>683</c:v>
                </c:pt>
                <c:pt idx="683">
                  <c:v>684</c:v>
                </c:pt>
                <c:pt idx="684">
                  <c:v>685</c:v>
                </c:pt>
                <c:pt idx="685">
                  <c:v>686</c:v>
                </c:pt>
                <c:pt idx="686">
                  <c:v>687</c:v>
                </c:pt>
                <c:pt idx="687">
                  <c:v>688</c:v>
                </c:pt>
                <c:pt idx="688">
                  <c:v>689</c:v>
                </c:pt>
                <c:pt idx="689">
                  <c:v>690</c:v>
                </c:pt>
                <c:pt idx="690">
                  <c:v>691</c:v>
                </c:pt>
                <c:pt idx="691">
                  <c:v>692</c:v>
                </c:pt>
                <c:pt idx="692">
                  <c:v>693</c:v>
                </c:pt>
                <c:pt idx="693">
                  <c:v>694</c:v>
                </c:pt>
                <c:pt idx="694">
                  <c:v>695</c:v>
                </c:pt>
                <c:pt idx="695">
                  <c:v>696</c:v>
                </c:pt>
                <c:pt idx="696">
                  <c:v>697</c:v>
                </c:pt>
                <c:pt idx="697">
                  <c:v>698</c:v>
                </c:pt>
                <c:pt idx="698">
                  <c:v>699</c:v>
                </c:pt>
                <c:pt idx="699">
                  <c:v>700</c:v>
                </c:pt>
                <c:pt idx="700">
                  <c:v>701</c:v>
                </c:pt>
                <c:pt idx="701">
                  <c:v>702</c:v>
                </c:pt>
                <c:pt idx="702">
                  <c:v>703</c:v>
                </c:pt>
                <c:pt idx="703">
                  <c:v>704</c:v>
                </c:pt>
                <c:pt idx="704">
                  <c:v>705</c:v>
                </c:pt>
                <c:pt idx="705">
                  <c:v>706</c:v>
                </c:pt>
                <c:pt idx="706">
                  <c:v>707</c:v>
                </c:pt>
                <c:pt idx="707">
                  <c:v>708</c:v>
                </c:pt>
                <c:pt idx="708">
                  <c:v>709</c:v>
                </c:pt>
                <c:pt idx="709">
                  <c:v>710</c:v>
                </c:pt>
                <c:pt idx="710">
                  <c:v>711</c:v>
                </c:pt>
                <c:pt idx="711">
                  <c:v>712</c:v>
                </c:pt>
                <c:pt idx="712">
                  <c:v>713</c:v>
                </c:pt>
                <c:pt idx="713">
                  <c:v>714</c:v>
                </c:pt>
                <c:pt idx="714">
                  <c:v>715</c:v>
                </c:pt>
                <c:pt idx="715">
                  <c:v>716</c:v>
                </c:pt>
                <c:pt idx="716">
                  <c:v>717</c:v>
                </c:pt>
                <c:pt idx="717">
                  <c:v>718</c:v>
                </c:pt>
                <c:pt idx="718">
                  <c:v>719</c:v>
                </c:pt>
                <c:pt idx="719">
                  <c:v>720</c:v>
                </c:pt>
                <c:pt idx="720">
                  <c:v>721</c:v>
                </c:pt>
                <c:pt idx="721">
                  <c:v>722</c:v>
                </c:pt>
                <c:pt idx="722">
                  <c:v>723</c:v>
                </c:pt>
                <c:pt idx="723">
                  <c:v>724</c:v>
                </c:pt>
                <c:pt idx="724">
                  <c:v>725</c:v>
                </c:pt>
                <c:pt idx="725">
                  <c:v>726</c:v>
                </c:pt>
                <c:pt idx="726">
                  <c:v>727</c:v>
                </c:pt>
                <c:pt idx="727">
                  <c:v>728</c:v>
                </c:pt>
                <c:pt idx="728">
                  <c:v>729</c:v>
                </c:pt>
                <c:pt idx="729">
                  <c:v>730</c:v>
                </c:pt>
                <c:pt idx="730">
                  <c:v>731</c:v>
                </c:pt>
                <c:pt idx="731">
                  <c:v>732</c:v>
                </c:pt>
                <c:pt idx="732">
                  <c:v>733</c:v>
                </c:pt>
                <c:pt idx="733">
                  <c:v>734</c:v>
                </c:pt>
                <c:pt idx="734">
                  <c:v>735</c:v>
                </c:pt>
                <c:pt idx="735">
                  <c:v>736</c:v>
                </c:pt>
                <c:pt idx="736">
                  <c:v>737</c:v>
                </c:pt>
                <c:pt idx="737">
                  <c:v>738</c:v>
                </c:pt>
                <c:pt idx="738">
                  <c:v>739</c:v>
                </c:pt>
                <c:pt idx="739">
                  <c:v>740</c:v>
                </c:pt>
                <c:pt idx="740">
                  <c:v>741</c:v>
                </c:pt>
                <c:pt idx="741">
                  <c:v>742</c:v>
                </c:pt>
                <c:pt idx="742">
                  <c:v>743</c:v>
                </c:pt>
                <c:pt idx="743">
                  <c:v>744</c:v>
                </c:pt>
                <c:pt idx="744">
                  <c:v>745</c:v>
                </c:pt>
                <c:pt idx="745">
                  <c:v>746</c:v>
                </c:pt>
                <c:pt idx="746">
                  <c:v>747</c:v>
                </c:pt>
                <c:pt idx="747">
                  <c:v>748</c:v>
                </c:pt>
                <c:pt idx="748">
                  <c:v>749</c:v>
                </c:pt>
                <c:pt idx="749">
                  <c:v>750</c:v>
                </c:pt>
                <c:pt idx="750">
                  <c:v>751</c:v>
                </c:pt>
                <c:pt idx="751">
                  <c:v>752</c:v>
                </c:pt>
                <c:pt idx="752">
                  <c:v>753</c:v>
                </c:pt>
                <c:pt idx="753">
                  <c:v>754</c:v>
                </c:pt>
                <c:pt idx="754">
                  <c:v>755</c:v>
                </c:pt>
                <c:pt idx="755">
                  <c:v>756</c:v>
                </c:pt>
                <c:pt idx="756">
                  <c:v>757</c:v>
                </c:pt>
                <c:pt idx="757">
                  <c:v>758</c:v>
                </c:pt>
                <c:pt idx="758">
                  <c:v>759</c:v>
                </c:pt>
                <c:pt idx="759">
                  <c:v>760</c:v>
                </c:pt>
                <c:pt idx="760">
                  <c:v>761</c:v>
                </c:pt>
                <c:pt idx="761">
                  <c:v>762</c:v>
                </c:pt>
                <c:pt idx="762">
                  <c:v>763</c:v>
                </c:pt>
                <c:pt idx="763">
                  <c:v>764</c:v>
                </c:pt>
                <c:pt idx="764">
                  <c:v>765</c:v>
                </c:pt>
                <c:pt idx="765">
                  <c:v>766</c:v>
                </c:pt>
                <c:pt idx="766">
                  <c:v>767</c:v>
                </c:pt>
                <c:pt idx="767">
                  <c:v>768</c:v>
                </c:pt>
                <c:pt idx="768">
                  <c:v>769</c:v>
                </c:pt>
                <c:pt idx="769">
                  <c:v>770</c:v>
                </c:pt>
                <c:pt idx="770">
                  <c:v>771</c:v>
                </c:pt>
                <c:pt idx="771">
                  <c:v>772</c:v>
                </c:pt>
                <c:pt idx="772">
                  <c:v>773</c:v>
                </c:pt>
                <c:pt idx="773">
                  <c:v>774</c:v>
                </c:pt>
                <c:pt idx="774">
                  <c:v>775</c:v>
                </c:pt>
                <c:pt idx="775">
                  <c:v>776</c:v>
                </c:pt>
                <c:pt idx="776">
                  <c:v>777</c:v>
                </c:pt>
                <c:pt idx="777">
                  <c:v>778</c:v>
                </c:pt>
                <c:pt idx="778">
                  <c:v>779</c:v>
                </c:pt>
                <c:pt idx="779">
                  <c:v>780</c:v>
                </c:pt>
                <c:pt idx="780">
                  <c:v>781</c:v>
                </c:pt>
                <c:pt idx="781">
                  <c:v>782</c:v>
                </c:pt>
                <c:pt idx="782">
                  <c:v>783</c:v>
                </c:pt>
                <c:pt idx="783">
                  <c:v>784</c:v>
                </c:pt>
                <c:pt idx="784">
                  <c:v>785</c:v>
                </c:pt>
                <c:pt idx="785">
                  <c:v>786</c:v>
                </c:pt>
                <c:pt idx="786">
                  <c:v>787</c:v>
                </c:pt>
                <c:pt idx="787">
                  <c:v>788</c:v>
                </c:pt>
                <c:pt idx="788">
                  <c:v>789</c:v>
                </c:pt>
                <c:pt idx="789">
                  <c:v>790</c:v>
                </c:pt>
                <c:pt idx="790">
                  <c:v>791</c:v>
                </c:pt>
                <c:pt idx="791">
                  <c:v>792</c:v>
                </c:pt>
                <c:pt idx="792">
                  <c:v>793</c:v>
                </c:pt>
                <c:pt idx="793">
                  <c:v>794</c:v>
                </c:pt>
                <c:pt idx="794">
                  <c:v>795</c:v>
                </c:pt>
                <c:pt idx="795">
                  <c:v>796</c:v>
                </c:pt>
                <c:pt idx="796">
                  <c:v>797</c:v>
                </c:pt>
                <c:pt idx="797">
                  <c:v>798</c:v>
                </c:pt>
                <c:pt idx="798">
                  <c:v>799</c:v>
                </c:pt>
                <c:pt idx="799">
                  <c:v>800</c:v>
                </c:pt>
                <c:pt idx="800">
                  <c:v>801</c:v>
                </c:pt>
                <c:pt idx="801">
                  <c:v>802</c:v>
                </c:pt>
                <c:pt idx="802">
                  <c:v>803</c:v>
                </c:pt>
                <c:pt idx="803">
                  <c:v>804</c:v>
                </c:pt>
                <c:pt idx="804">
                  <c:v>805</c:v>
                </c:pt>
                <c:pt idx="805">
                  <c:v>806</c:v>
                </c:pt>
                <c:pt idx="806">
                  <c:v>807</c:v>
                </c:pt>
                <c:pt idx="807">
                  <c:v>808</c:v>
                </c:pt>
                <c:pt idx="808">
                  <c:v>809</c:v>
                </c:pt>
                <c:pt idx="809">
                  <c:v>810</c:v>
                </c:pt>
                <c:pt idx="810">
                  <c:v>811</c:v>
                </c:pt>
                <c:pt idx="811">
                  <c:v>812</c:v>
                </c:pt>
                <c:pt idx="812">
                  <c:v>813</c:v>
                </c:pt>
                <c:pt idx="813">
                  <c:v>814</c:v>
                </c:pt>
                <c:pt idx="814">
                  <c:v>815</c:v>
                </c:pt>
                <c:pt idx="815">
                  <c:v>816</c:v>
                </c:pt>
                <c:pt idx="816">
                  <c:v>817</c:v>
                </c:pt>
                <c:pt idx="817">
                  <c:v>818</c:v>
                </c:pt>
                <c:pt idx="818">
                  <c:v>819</c:v>
                </c:pt>
                <c:pt idx="819">
                  <c:v>820</c:v>
                </c:pt>
                <c:pt idx="820">
                  <c:v>821</c:v>
                </c:pt>
                <c:pt idx="821">
                  <c:v>822</c:v>
                </c:pt>
                <c:pt idx="822">
                  <c:v>823</c:v>
                </c:pt>
                <c:pt idx="823">
                  <c:v>824</c:v>
                </c:pt>
                <c:pt idx="824">
                  <c:v>825</c:v>
                </c:pt>
                <c:pt idx="825">
                  <c:v>826</c:v>
                </c:pt>
                <c:pt idx="826">
                  <c:v>827</c:v>
                </c:pt>
                <c:pt idx="827">
                  <c:v>828</c:v>
                </c:pt>
                <c:pt idx="828">
                  <c:v>829</c:v>
                </c:pt>
                <c:pt idx="829">
                  <c:v>830</c:v>
                </c:pt>
                <c:pt idx="830">
                  <c:v>831</c:v>
                </c:pt>
                <c:pt idx="831">
                  <c:v>832</c:v>
                </c:pt>
                <c:pt idx="832">
                  <c:v>833</c:v>
                </c:pt>
                <c:pt idx="833">
                  <c:v>834</c:v>
                </c:pt>
                <c:pt idx="834">
                  <c:v>835</c:v>
                </c:pt>
                <c:pt idx="835">
                  <c:v>836</c:v>
                </c:pt>
                <c:pt idx="836">
                  <c:v>837</c:v>
                </c:pt>
                <c:pt idx="837">
                  <c:v>838</c:v>
                </c:pt>
                <c:pt idx="838">
                  <c:v>839</c:v>
                </c:pt>
                <c:pt idx="839">
                  <c:v>840</c:v>
                </c:pt>
                <c:pt idx="840">
                  <c:v>841</c:v>
                </c:pt>
                <c:pt idx="841">
                  <c:v>842</c:v>
                </c:pt>
                <c:pt idx="842">
                  <c:v>843</c:v>
                </c:pt>
                <c:pt idx="843">
                  <c:v>844</c:v>
                </c:pt>
                <c:pt idx="844">
                  <c:v>845</c:v>
                </c:pt>
                <c:pt idx="845">
                  <c:v>846</c:v>
                </c:pt>
                <c:pt idx="846">
                  <c:v>847</c:v>
                </c:pt>
                <c:pt idx="847">
                  <c:v>848</c:v>
                </c:pt>
                <c:pt idx="848">
                  <c:v>849</c:v>
                </c:pt>
                <c:pt idx="849">
                  <c:v>850</c:v>
                </c:pt>
                <c:pt idx="850">
                  <c:v>851</c:v>
                </c:pt>
                <c:pt idx="851">
                  <c:v>852</c:v>
                </c:pt>
                <c:pt idx="852">
                  <c:v>853</c:v>
                </c:pt>
                <c:pt idx="853">
                  <c:v>854</c:v>
                </c:pt>
                <c:pt idx="854">
                  <c:v>855</c:v>
                </c:pt>
                <c:pt idx="855">
                  <c:v>856</c:v>
                </c:pt>
                <c:pt idx="856">
                  <c:v>857</c:v>
                </c:pt>
                <c:pt idx="857">
                  <c:v>858</c:v>
                </c:pt>
                <c:pt idx="858">
                  <c:v>859</c:v>
                </c:pt>
                <c:pt idx="859">
                  <c:v>860</c:v>
                </c:pt>
                <c:pt idx="860">
                  <c:v>861</c:v>
                </c:pt>
                <c:pt idx="861">
                  <c:v>862</c:v>
                </c:pt>
                <c:pt idx="862">
                  <c:v>863</c:v>
                </c:pt>
                <c:pt idx="863">
                  <c:v>864</c:v>
                </c:pt>
                <c:pt idx="864">
                  <c:v>865</c:v>
                </c:pt>
                <c:pt idx="865">
                  <c:v>866</c:v>
                </c:pt>
                <c:pt idx="866">
                  <c:v>867</c:v>
                </c:pt>
                <c:pt idx="867">
                  <c:v>868</c:v>
                </c:pt>
                <c:pt idx="868">
                  <c:v>869</c:v>
                </c:pt>
                <c:pt idx="869">
                  <c:v>870</c:v>
                </c:pt>
                <c:pt idx="870">
                  <c:v>871</c:v>
                </c:pt>
                <c:pt idx="871">
                  <c:v>872</c:v>
                </c:pt>
                <c:pt idx="872">
                  <c:v>873</c:v>
                </c:pt>
                <c:pt idx="873">
                  <c:v>874</c:v>
                </c:pt>
                <c:pt idx="874">
                  <c:v>875</c:v>
                </c:pt>
                <c:pt idx="875">
                  <c:v>876</c:v>
                </c:pt>
                <c:pt idx="876">
                  <c:v>877</c:v>
                </c:pt>
                <c:pt idx="877">
                  <c:v>878</c:v>
                </c:pt>
                <c:pt idx="878">
                  <c:v>879</c:v>
                </c:pt>
                <c:pt idx="879">
                  <c:v>880</c:v>
                </c:pt>
                <c:pt idx="880">
                  <c:v>881</c:v>
                </c:pt>
                <c:pt idx="881">
                  <c:v>882</c:v>
                </c:pt>
                <c:pt idx="882">
                  <c:v>883</c:v>
                </c:pt>
                <c:pt idx="883">
                  <c:v>884</c:v>
                </c:pt>
                <c:pt idx="884">
                  <c:v>885</c:v>
                </c:pt>
                <c:pt idx="885">
                  <c:v>886</c:v>
                </c:pt>
                <c:pt idx="886">
                  <c:v>887</c:v>
                </c:pt>
                <c:pt idx="887">
                  <c:v>888</c:v>
                </c:pt>
                <c:pt idx="888">
                  <c:v>889</c:v>
                </c:pt>
                <c:pt idx="889">
                  <c:v>890</c:v>
                </c:pt>
                <c:pt idx="890">
                  <c:v>891</c:v>
                </c:pt>
                <c:pt idx="891">
                  <c:v>892</c:v>
                </c:pt>
                <c:pt idx="892">
                  <c:v>893</c:v>
                </c:pt>
                <c:pt idx="893">
                  <c:v>894</c:v>
                </c:pt>
                <c:pt idx="894">
                  <c:v>895</c:v>
                </c:pt>
                <c:pt idx="895">
                  <c:v>896</c:v>
                </c:pt>
                <c:pt idx="896">
                  <c:v>897</c:v>
                </c:pt>
                <c:pt idx="897">
                  <c:v>898</c:v>
                </c:pt>
                <c:pt idx="898">
                  <c:v>899</c:v>
                </c:pt>
                <c:pt idx="899">
                  <c:v>900</c:v>
                </c:pt>
                <c:pt idx="900">
                  <c:v>901</c:v>
                </c:pt>
                <c:pt idx="901">
                  <c:v>902</c:v>
                </c:pt>
                <c:pt idx="902">
                  <c:v>903</c:v>
                </c:pt>
                <c:pt idx="903">
                  <c:v>904</c:v>
                </c:pt>
                <c:pt idx="904">
                  <c:v>905</c:v>
                </c:pt>
                <c:pt idx="905">
                  <c:v>906</c:v>
                </c:pt>
                <c:pt idx="906">
                  <c:v>907</c:v>
                </c:pt>
                <c:pt idx="907">
                  <c:v>908</c:v>
                </c:pt>
                <c:pt idx="908">
                  <c:v>909</c:v>
                </c:pt>
                <c:pt idx="909">
                  <c:v>910</c:v>
                </c:pt>
                <c:pt idx="910">
                  <c:v>911</c:v>
                </c:pt>
                <c:pt idx="911">
                  <c:v>912</c:v>
                </c:pt>
                <c:pt idx="912">
                  <c:v>913</c:v>
                </c:pt>
                <c:pt idx="913">
                  <c:v>914</c:v>
                </c:pt>
                <c:pt idx="914">
                  <c:v>915</c:v>
                </c:pt>
                <c:pt idx="915">
                  <c:v>916</c:v>
                </c:pt>
                <c:pt idx="916">
                  <c:v>917</c:v>
                </c:pt>
                <c:pt idx="917">
                  <c:v>918</c:v>
                </c:pt>
                <c:pt idx="918">
                  <c:v>919</c:v>
                </c:pt>
                <c:pt idx="919">
                  <c:v>920</c:v>
                </c:pt>
                <c:pt idx="920">
                  <c:v>921</c:v>
                </c:pt>
                <c:pt idx="921">
                  <c:v>922</c:v>
                </c:pt>
                <c:pt idx="922">
                  <c:v>923</c:v>
                </c:pt>
                <c:pt idx="923">
                  <c:v>924</c:v>
                </c:pt>
                <c:pt idx="924">
                  <c:v>925</c:v>
                </c:pt>
                <c:pt idx="925">
                  <c:v>926</c:v>
                </c:pt>
                <c:pt idx="926">
                  <c:v>927</c:v>
                </c:pt>
                <c:pt idx="927">
                  <c:v>928</c:v>
                </c:pt>
                <c:pt idx="928">
                  <c:v>929</c:v>
                </c:pt>
                <c:pt idx="929">
                  <c:v>930</c:v>
                </c:pt>
                <c:pt idx="930">
                  <c:v>931</c:v>
                </c:pt>
                <c:pt idx="931">
                  <c:v>932</c:v>
                </c:pt>
                <c:pt idx="932">
                  <c:v>933</c:v>
                </c:pt>
                <c:pt idx="933">
                  <c:v>934</c:v>
                </c:pt>
                <c:pt idx="934">
                  <c:v>935</c:v>
                </c:pt>
                <c:pt idx="935">
                  <c:v>936</c:v>
                </c:pt>
                <c:pt idx="936">
                  <c:v>937</c:v>
                </c:pt>
                <c:pt idx="937">
                  <c:v>938</c:v>
                </c:pt>
                <c:pt idx="938">
                  <c:v>939</c:v>
                </c:pt>
                <c:pt idx="939">
                  <c:v>940</c:v>
                </c:pt>
                <c:pt idx="940">
                  <c:v>941</c:v>
                </c:pt>
                <c:pt idx="941">
                  <c:v>942</c:v>
                </c:pt>
                <c:pt idx="942">
                  <c:v>943</c:v>
                </c:pt>
                <c:pt idx="943">
                  <c:v>944</c:v>
                </c:pt>
                <c:pt idx="944">
                  <c:v>945</c:v>
                </c:pt>
                <c:pt idx="945">
                  <c:v>946</c:v>
                </c:pt>
                <c:pt idx="946">
                  <c:v>947</c:v>
                </c:pt>
                <c:pt idx="947">
                  <c:v>948</c:v>
                </c:pt>
                <c:pt idx="948">
                  <c:v>949</c:v>
                </c:pt>
                <c:pt idx="949">
                  <c:v>950</c:v>
                </c:pt>
                <c:pt idx="950">
                  <c:v>951</c:v>
                </c:pt>
                <c:pt idx="951">
                  <c:v>952</c:v>
                </c:pt>
                <c:pt idx="952">
                  <c:v>953</c:v>
                </c:pt>
                <c:pt idx="953">
                  <c:v>954</c:v>
                </c:pt>
                <c:pt idx="954">
                  <c:v>955</c:v>
                </c:pt>
                <c:pt idx="955">
                  <c:v>956</c:v>
                </c:pt>
                <c:pt idx="956">
                  <c:v>957</c:v>
                </c:pt>
                <c:pt idx="957">
                  <c:v>958</c:v>
                </c:pt>
                <c:pt idx="958">
                  <c:v>959</c:v>
                </c:pt>
                <c:pt idx="959">
                  <c:v>960</c:v>
                </c:pt>
                <c:pt idx="960">
                  <c:v>961</c:v>
                </c:pt>
                <c:pt idx="961">
                  <c:v>962</c:v>
                </c:pt>
                <c:pt idx="962">
                  <c:v>963</c:v>
                </c:pt>
                <c:pt idx="963">
                  <c:v>964</c:v>
                </c:pt>
                <c:pt idx="964">
                  <c:v>965</c:v>
                </c:pt>
                <c:pt idx="965">
                  <c:v>966</c:v>
                </c:pt>
                <c:pt idx="966">
                  <c:v>967</c:v>
                </c:pt>
                <c:pt idx="967">
                  <c:v>968</c:v>
                </c:pt>
                <c:pt idx="968">
                  <c:v>969</c:v>
                </c:pt>
                <c:pt idx="969">
                  <c:v>970</c:v>
                </c:pt>
                <c:pt idx="970">
                  <c:v>971</c:v>
                </c:pt>
                <c:pt idx="971">
                  <c:v>972</c:v>
                </c:pt>
                <c:pt idx="972">
                  <c:v>973</c:v>
                </c:pt>
                <c:pt idx="973">
                  <c:v>974</c:v>
                </c:pt>
                <c:pt idx="974">
                  <c:v>975</c:v>
                </c:pt>
                <c:pt idx="975">
                  <c:v>976</c:v>
                </c:pt>
                <c:pt idx="976">
                  <c:v>977</c:v>
                </c:pt>
                <c:pt idx="977">
                  <c:v>978</c:v>
                </c:pt>
                <c:pt idx="978">
                  <c:v>979</c:v>
                </c:pt>
                <c:pt idx="979">
                  <c:v>980</c:v>
                </c:pt>
                <c:pt idx="980">
                  <c:v>981</c:v>
                </c:pt>
                <c:pt idx="981">
                  <c:v>982</c:v>
                </c:pt>
                <c:pt idx="982">
                  <c:v>983</c:v>
                </c:pt>
                <c:pt idx="983">
                  <c:v>984</c:v>
                </c:pt>
                <c:pt idx="984">
                  <c:v>985</c:v>
                </c:pt>
                <c:pt idx="985">
                  <c:v>986</c:v>
                </c:pt>
                <c:pt idx="986">
                  <c:v>987</c:v>
                </c:pt>
                <c:pt idx="987">
                  <c:v>988</c:v>
                </c:pt>
                <c:pt idx="988">
                  <c:v>989</c:v>
                </c:pt>
                <c:pt idx="989">
                  <c:v>990</c:v>
                </c:pt>
                <c:pt idx="990">
                  <c:v>991</c:v>
                </c:pt>
                <c:pt idx="991">
                  <c:v>992</c:v>
                </c:pt>
                <c:pt idx="992">
                  <c:v>993</c:v>
                </c:pt>
                <c:pt idx="993">
                  <c:v>994</c:v>
                </c:pt>
                <c:pt idx="994">
                  <c:v>995</c:v>
                </c:pt>
                <c:pt idx="995">
                  <c:v>996</c:v>
                </c:pt>
                <c:pt idx="996">
                  <c:v>997</c:v>
                </c:pt>
                <c:pt idx="997">
                  <c:v>998</c:v>
                </c:pt>
                <c:pt idx="998">
                  <c:v>999</c:v>
                </c:pt>
                <c:pt idx="999">
                  <c:v>1000</c:v>
                </c:pt>
                <c:pt idx="1000">
                  <c:v>1001</c:v>
                </c:pt>
                <c:pt idx="1001">
                  <c:v>1002</c:v>
                </c:pt>
                <c:pt idx="1002">
                  <c:v>1003</c:v>
                </c:pt>
                <c:pt idx="1003">
                  <c:v>1004</c:v>
                </c:pt>
                <c:pt idx="1004">
                  <c:v>1005</c:v>
                </c:pt>
                <c:pt idx="1005">
                  <c:v>1006</c:v>
                </c:pt>
                <c:pt idx="1006">
                  <c:v>1007</c:v>
                </c:pt>
                <c:pt idx="1007">
                  <c:v>1008</c:v>
                </c:pt>
                <c:pt idx="1008">
                  <c:v>1009</c:v>
                </c:pt>
                <c:pt idx="1009">
                  <c:v>1010</c:v>
                </c:pt>
                <c:pt idx="1010">
                  <c:v>1011</c:v>
                </c:pt>
                <c:pt idx="1011">
                  <c:v>1012</c:v>
                </c:pt>
                <c:pt idx="1012">
                  <c:v>1013</c:v>
                </c:pt>
                <c:pt idx="1013">
                  <c:v>1014</c:v>
                </c:pt>
                <c:pt idx="1014">
                  <c:v>1015</c:v>
                </c:pt>
                <c:pt idx="1015">
                  <c:v>1016</c:v>
                </c:pt>
                <c:pt idx="1016">
                  <c:v>1017</c:v>
                </c:pt>
                <c:pt idx="1017">
                  <c:v>1018</c:v>
                </c:pt>
                <c:pt idx="1018">
                  <c:v>1019</c:v>
                </c:pt>
                <c:pt idx="1019">
                  <c:v>1020</c:v>
                </c:pt>
                <c:pt idx="1020">
                  <c:v>1021</c:v>
                </c:pt>
                <c:pt idx="1021">
                  <c:v>1022</c:v>
                </c:pt>
                <c:pt idx="1022">
                  <c:v>1023</c:v>
                </c:pt>
                <c:pt idx="1023">
                  <c:v>1024</c:v>
                </c:pt>
                <c:pt idx="1024">
                  <c:v>1025</c:v>
                </c:pt>
                <c:pt idx="1025">
                  <c:v>1026</c:v>
                </c:pt>
                <c:pt idx="1026">
                  <c:v>1027</c:v>
                </c:pt>
                <c:pt idx="1027">
                  <c:v>1028</c:v>
                </c:pt>
                <c:pt idx="1028">
                  <c:v>1029</c:v>
                </c:pt>
                <c:pt idx="1029">
                  <c:v>1030</c:v>
                </c:pt>
                <c:pt idx="1030">
                  <c:v>1031</c:v>
                </c:pt>
                <c:pt idx="1031">
                  <c:v>1032</c:v>
                </c:pt>
                <c:pt idx="1032">
                  <c:v>1033</c:v>
                </c:pt>
                <c:pt idx="1033">
                  <c:v>1034</c:v>
                </c:pt>
                <c:pt idx="1034">
                  <c:v>1035</c:v>
                </c:pt>
                <c:pt idx="1035">
                  <c:v>1036</c:v>
                </c:pt>
                <c:pt idx="1036">
                  <c:v>1037</c:v>
                </c:pt>
                <c:pt idx="1037">
                  <c:v>1038</c:v>
                </c:pt>
                <c:pt idx="1038">
                  <c:v>1039</c:v>
                </c:pt>
                <c:pt idx="1039">
                  <c:v>1040</c:v>
                </c:pt>
                <c:pt idx="1040">
                  <c:v>1041</c:v>
                </c:pt>
                <c:pt idx="1041">
                  <c:v>1042</c:v>
                </c:pt>
                <c:pt idx="1042">
                  <c:v>1043</c:v>
                </c:pt>
                <c:pt idx="1043">
                  <c:v>1044</c:v>
                </c:pt>
                <c:pt idx="1044">
                  <c:v>1045</c:v>
                </c:pt>
                <c:pt idx="1045">
                  <c:v>1046</c:v>
                </c:pt>
                <c:pt idx="1046">
                  <c:v>1047</c:v>
                </c:pt>
                <c:pt idx="1047">
                  <c:v>1048</c:v>
                </c:pt>
                <c:pt idx="1048">
                  <c:v>1049</c:v>
                </c:pt>
                <c:pt idx="1049">
                  <c:v>1050</c:v>
                </c:pt>
                <c:pt idx="1050">
                  <c:v>1051</c:v>
                </c:pt>
                <c:pt idx="1051">
                  <c:v>1052</c:v>
                </c:pt>
                <c:pt idx="1052">
                  <c:v>1053</c:v>
                </c:pt>
                <c:pt idx="1053">
                  <c:v>1054</c:v>
                </c:pt>
                <c:pt idx="1054">
                  <c:v>1055</c:v>
                </c:pt>
                <c:pt idx="1055">
                  <c:v>1056</c:v>
                </c:pt>
                <c:pt idx="1056">
                  <c:v>1057</c:v>
                </c:pt>
                <c:pt idx="1057">
                  <c:v>1058</c:v>
                </c:pt>
                <c:pt idx="1058">
                  <c:v>1059</c:v>
                </c:pt>
                <c:pt idx="1059">
                  <c:v>1060</c:v>
                </c:pt>
                <c:pt idx="1060">
                  <c:v>1061</c:v>
                </c:pt>
                <c:pt idx="1061">
                  <c:v>1062</c:v>
                </c:pt>
                <c:pt idx="1062">
                  <c:v>1063</c:v>
                </c:pt>
                <c:pt idx="1063">
                  <c:v>1064</c:v>
                </c:pt>
                <c:pt idx="1064">
                  <c:v>1065</c:v>
                </c:pt>
                <c:pt idx="1065">
                  <c:v>1066</c:v>
                </c:pt>
                <c:pt idx="1066">
                  <c:v>1067</c:v>
                </c:pt>
                <c:pt idx="1067">
                  <c:v>1068</c:v>
                </c:pt>
                <c:pt idx="1068">
                  <c:v>1069</c:v>
                </c:pt>
                <c:pt idx="1069">
                  <c:v>1070</c:v>
                </c:pt>
                <c:pt idx="1070">
                  <c:v>1071</c:v>
                </c:pt>
                <c:pt idx="1071">
                  <c:v>1072</c:v>
                </c:pt>
                <c:pt idx="1072">
                  <c:v>1073</c:v>
                </c:pt>
                <c:pt idx="1073">
                  <c:v>1074</c:v>
                </c:pt>
                <c:pt idx="1074">
                  <c:v>1075</c:v>
                </c:pt>
                <c:pt idx="1075">
                  <c:v>1076</c:v>
                </c:pt>
                <c:pt idx="1076">
                  <c:v>1077</c:v>
                </c:pt>
                <c:pt idx="1077">
                  <c:v>1078</c:v>
                </c:pt>
                <c:pt idx="1078">
                  <c:v>1079</c:v>
                </c:pt>
                <c:pt idx="1079">
                  <c:v>1080</c:v>
                </c:pt>
                <c:pt idx="1080">
                  <c:v>1081</c:v>
                </c:pt>
                <c:pt idx="1081">
                  <c:v>1082</c:v>
                </c:pt>
                <c:pt idx="1082">
                  <c:v>1083</c:v>
                </c:pt>
                <c:pt idx="1083">
                  <c:v>1084</c:v>
                </c:pt>
                <c:pt idx="1084">
                  <c:v>1085</c:v>
                </c:pt>
                <c:pt idx="1085">
                  <c:v>1086</c:v>
                </c:pt>
                <c:pt idx="1086">
                  <c:v>1087</c:v>
                </c:pt>
                <c:pt idx="1087">
                  <c:v>1088</c:v>
                </c:pt>
                <c:pt idx="1088">
                  <c:v>1089</c:v>
                </c:pt>
                <c:pt idx="1089">
                  <c:v>1090</c:v>
                </c:pt>
                <c:pt idx="1090">
                  <c:v>1091</c:v>
                </c:pt>
                <c:pt idx="1091">
                  <c:v>1092</c:v>
                </c:pt>
                <c:pt idx="1092">
                  <c:v>1093</c:v>
                </c:pt>
                <c:pt idx="1093">
                  <c:v>1094</c:v>
                </c:pt>
                <c:pt idx="1094">
                  <c:v>1095</c:v>
                </c:pt>
                <c:pt idx="1095">
                  <c:v>1096</c:v>
                </c:pt>
                <c:pt idx="1096">
                  <c:v>1097</c:v>
                </c:pt>
                <c:pt idx="1097">
                  <c:v>1098</c:v>
                </c:pt>
                <c:pt idx="1098">
                  <c:v>1099</c:v>
                </c:pt>
                <c:pt idx="1099">
                  <c:v>1100</c:v>
                </c:pt>
                <c:pt idx="1100">
                  <c:v>1101</c:v>
                </c:pt>
                <c:pt idx="1101">
                  <c:v>1102</c:v>
                </c:pt>
                <c:pt idx="1102">
                  <c:v>1103</c:v>
                </c:pt>
                <c:pt idx="1103">
                  <c:v>1104</c:v>
                </c:pt>
                <c:pt idx="1104">
                  <c:v>1105</c:v>
                </c:pt>
                <c:pt idx="1105">
                  <c:v>1106</c:v>
                </c:pt>
                <c:pt idx="1106">
                  <c:v>1107</c:v>
                </c:pt>
                <c:pt idx="1107">
                  <c:v>1108</c:v>
                </c:pt>
                <c:pt idx="1108">
                  <c:v>1109</c:v>
                </c:pt>
                <c:pt idx="1109">
                  <c:v>1110</c:v>
                </c:pt>
                <c:pt idx="1110">
                  <c:v>1111</c:v>
                </c:pt>
                <c:pt idx="1111">
                  <c:v>1112</c:v>
                </c:pt>
                <c:pt idx="1112">
                  <c:v>1113</c:v>
                </c:pt>
                <c:pt idx="1113">
                  <c:v>1114</c:v>
                </c:pt>
                <c:pt idx="1114">
                  <c:v>1115</c:v>
                </c:pt>
                <c:pt idx="1115">
                  <c:v>1116</c:v>
                </c:pt>
                <c:pt idx="1116">
                  <c:v>1117</c:v>
                </c:pt>
                <c:pt idx="1117">
                  <c:v>1118</c:v>
                </c:pt>
                <c:pt idx="1118">
                  <c:v>1119</c:v>
                </c:pt>
                <c:pt idx="1119">
                  <c:v>1120</c:v>
                </c:pt>
                <c:pt idx="1120">
                  <c:v>1121</c:v>
                </c:pt>
                <c:pt idx="1121">
                  <c:v>1122</c:v>
                </c:pt>
                <c:pt idx="1122">
                  <c:v>1123</c:v>
                </c:pt>
                <c:pt idx="1123">
                  <c:v>1124</c:v>
                </c:pt>
                <c:pt idx="1124">
                  <c:v>1125</c:v>
                </c:pt>
                <c:pt idx="1125">
                  <c:v>1126</c:v>
                </c:pt>
                <c:pt idx="1126">
                  <c:v>1127</c:v>
                </c:pt>
                <c:pt idx="1127">
                  <c:v>1128</c:v>
                </c:pt>
                <c:pt idx="1128">
                  <c:v>1129</c:v>
                </c:pt>
                <c:pt idx="1129">
                  <c:v>1130</c:v>
                </c:pt>
                <c:pt idx="1130">
                  <c:v>1131</c:v>
                </c:pt>
                <c:pt idx="1131">
                  <c:v>1132</c:v>
                </c:pt>
                <c:pt idx="1132">
                  <c:v>1133</c:v>
                </c:pt>
                <c:pt idx="1133">
                  <c:v>1134</c:v>
                </c:pt>
                <c:pt idx="1134">
                  <c:v>1135</c:v>
                </c:pt>
                <c:pt idx="1135">
                  <c:v>1136</c:v>
                </c:pt>
                <c:pt idx="1136">
                  <c:v>1137</c:v>
                </c:pt>
                <c:pt idx="1137">
                  <c:v>1138</c:v>
                </c:pt>
                <c:pt idx="1138">
                  <c:v>1139</c:v>
                </c:pt>
                <c:pt idx="1139">
                  <c:v>1140</c:v>
                </c:pt>
                <c:pt idx="1140">
                  <c:v>1141</c:v>
                </c:pt>
                <c:pt idx="1141">
                  <c:v>1142</c:v>
                </c:pt>
                <c:pt idx="1142">
                  <c:v>1143</c:v>
                </c:pt>
                <c:pt idx="1143">
                  <c:v>1144</c:v>
                </c:pt>
                <c:pt idx="1144">
                  <c:v>1145</c:v>
                </c:pt>
                <c:pt idx="1145">
                  <c:v>1146</c:v>
                </c:pt>
                <c:pt idx="1146">
                  <c:v>1147</c:v>
                </c:pt>
                <c:pt idx="1147">
                  <c:v>1148</c:v>
                </c:pt>
                <c:pt idx="1148">
                  <c:v>1149</c:v>
                </c:pt>
                <c:pt idx="1149">
                  <c:v>1150</c:v>
                </c:pt>
                <c:pt idx="1150">
                  <c:v>1151</c:v>
                </c:pt>
                <c:pt idx="1151">
                  <c:v>1152</c:v>
                </c:pt>
                <c:pt idx="1152">
                  <c:v>1153</c:v>
                </c:pt>
                <c:pt idx="1153">
                  <c:v>1154</c:v>
                </c:pt>
                <c:pt idx="1154">
                  <c:v>1155</c:v>
                </c:pt>
                <c:pt idx="1155">
                  <c:v>1156</c:v>
                </c:pt>
                <c:pt idx="1156">
                  <c:v>1157</c:v>
                </c:pt>
                <c:pt idx="1157">
                  <c:v>1158</c:v>
                </c:pt>
                <c:pt idx="1158">
                  <c:v>1159</c:v>
                </c:pt>
                <c:pt idx="1159">
                  <c:v>1160</c:v>
                </c:pt>
                <c:pt idx="1160">
                  <c:v>1161</c:v>
                </c:pt>
                <c:pt idx="1161">
                  <c:v>1162</c:v>
                </c:pt>
                <c:pt idx="1162">
                  <c:v>1163</c:v>
                </c:pt>
                <c:pt idx="1163">
                  <c:v>1164</c:v>
                </c:pt>
                <c:pt idx="1164">
                  <c:v>1165</c:v>
                </c:pt>
                <c:pt idx="1165">
                  <c:v>1166</c:v>
                </c:pt>
                <c:pt idx="1166">
                  <c:v>1167</c:v>
                </c:pt>
                <c:pt idx="1167">
                  <c:v>1168</c:v>
                </c:pt>
                <c:pt idx="1168">
                  <c:v>1169</c:v>
                </c:pt>
                <c:pt idx="1169">
                  <c:v>1170</c:v>
                </c:pt>
                <c:pt idx="1170">
                  <c:v>1171</c:v>
                </c:pt>
                <c:pt idx="1171">
                  <c:v>1172</c:v>
                </c:pt>
                <c:pt idx="1172">
                  <c:v>1173</c:v>
                </c:pt>
                <c:pt idx="1173">
                  <c:v>1174</c:v>
                </c:pt>
                <c:pt idx="1174">
                  <c:v>1175</c:v>
                </c:pt>
                <c:pt idx="1175">
                  <c:v>1176</c:v>
                </c:pt>
                <c:pt idx="1176">
                  <c:v>1177</c:v>
                </c:pt>
                <c:pt idx="1177">
                  <c:v>1178</c:v>
                </c:pt>
                <c:pt idx="1178">
                  <c:v>1179</c:v>
                </c:pt>
                <c:pt idx="1179">
                  <c:v>1180</c:v>
                </c:pt>
                <c:pt idx="1180">
                  <c:v>1181</c:v>
                </c:pt>
                <c:pt idx="1181">
                  <c:v>1182</c:v>
                </c:pt>
                <c:pt idx="1182">
                  <c:v>1183</c:v>
                </c:pt>
                <c:pt idx="1183">
                  <c:v>1184</c:v>
                </c:pt>
                <c:pt idx="1184">
                  <c:v>1185</c:v>
                </c:pt>
                <c:pt idx="1185">
                  <c:v>1186</c:v>
                </c:pt>
                <c:pt idx="1186">
                  <c:v>1187</c:v>
                </c:pt>
                <c:pt idx="1187">
                  <c:v>1188</c:v>
                </c:pt>
                <c:pt idx="1188">
                  <c:v>1189</c:v>
                </c:pt>
                <c:pt idx="1189">
                  <c:v>1190</c:v>
                </c:pt>
                <c:pt idx="1190">
                  <c:v>1191</c:v>
                </c:pt>
                <c:pt idx="1191">
                  <c:v>1192</c:v>
                </c:pt>
                <c:pt idx="1192">
                  <c:v>1193</c:v>
                </c:pt>
                <c:pt idx="1193">
                  <c:v>1194</c:v>
                </c:pt>
                <c:pt idx="1194">
                  <c:v>1195</c:v>
                </c:pt>
                <c:pt idx="1195">
                  <c:v>1196</c:v>
                </c:pt>
                <c:pt idx="1196">
                  <c:v>1197</c:v>
                </c:pt>
                <c:pt idx="1197">
                  <c:v>1198</c:v>
                </c:pt>
                <c:pt idx="1198">
                  <c:v>1199</c:v>
                </c:pt>
                <c:pt idx="1199">
                  <c:v>1200</c:v>
                </c:pt>
                <c:pt idx="1200">
                  <c:v>1201</c:v>
                </c:pt>
                <c:pt idx="1201">
                  <c:v>1202</c:v>
                </c:pt>
                <c:pt idx="1202">
                  <c:v>1203</c:v>
                </c:pt>
                <c:pt idx="1203">
                  <c:v>1204</c:v>
                </c:pt>
                <c:pt idx="1204">
                  <c:v>1205</c:v>
                </c:pt>
                <c:pt idx="1205">
                  <c:v>1206</c:v>
                </c:pt>
                <c:pt idx="1206">
                  <c:v>1207</c:v>
                </c:pt>
                <c:pt idx="1207">
                  <c:v>1208</c:v>
                </c:pt>
                <c:pt idx="1208">
                  <c:v>1209</c:v>
                </c:pt>
                <c:pt idx="1209">
                  <c:v>1210</c:v>
                </c:pt>
                <c:pt idx="1210">
                  <c:v>1211</c:v>
                </c:pt>
                <c:pt idx="1211">
                  <c:v>1212</c:v>
                </c:pt>
                <c:pt idx="1212">
                  <c:v>1213</c:v>
                </c:pt>
                <c:pt idx="1213">
                  <c:v>1214</c:v>
                </c:pt>
                <c:pt idx="1214">
                  <c:v>1215</c:v>
                </c:pt>
                <c:pt idx="1215">
                  <c:v>1216</c:v>
                </c:pt>
                <c:pt idx="1216">
                  <c:v>1217</c:v>
                </c:pt>
                <c:pt idx="1217">
                  <c:v>1218</c:v>
                </c:pt>
                <c:pt idx="1218">
                  <c:v>1219</c:v>
                </c:pt>
                <c:pt idx="1219">
                  <c:v>1220</c:v>
                </c:pt>
                <c:pt idx="1220">
                  <c:v>1221</c:v>
                </c:pt>
                <c:pt idx="1221">
                  <c:v>1222</c:v>
                </c:pt>
                <c:pt idx="1222">
                  <c:v>1223</c:v>
                </c:pt>
                <c:pt idx="1223">
                  <c:v>1224</c:v>
                </c:pt>
                <c:pt idx="1224">
                  <c:v>1225</c:v>
                </c:pt>
                <c:pt idx="1225">
                  <c:v>1226</c:v>
                </c:pt>
                <c:pt idx="1226">
                  <c:v>1227</c:v>
                </c:pt>
                <c:pt idx="1227">
                  <c:v>1228</c:v>
                </c:pt>
                <c:pt idx="1228">
                  <c:v>1229</c:v>
                </c:pt>
                <c:pt idx="1229">
                  <c:v>1230</c:v>
                </c:pt>
                <c:pt idx="1230">
                  <c:v>1231</c:v>
                </c:pt>
                <c:pt idx="1231">
                  <c:v>1232</c:v>
                </c:pt>
                <c:pt idx="1232">
                  <c:v>1233</c:v>
                </c:pt>
                <c:pt idx="1233">
                  <c:v>1234</c:v>
                </c:pt>
                <c:pt idx="1234">
                  <c:v>1235</c:v>
                </c:pt>
                <c:pt idx="1235">
                  <c:v>1236</c:v>
                </c:pt>
                <c:pt idx="1236">
                  <c:v>1237</c:v>
                </c:pt>
                <c:pt idx="1237">
                  <c:v>1238</c:v>
                </c:pt>
                <c:pt idx="1238">
                  <c:v>1239</c:v>
                </c:pt>
                <c:pt idx="1239">
                  <c:v>1240</c:v>
                </c:pt>
                <c:pt idx="1240">
                  <c:v>1241</c:v>
                </c:pt>
                <c:pt idx="1241">
                  <c:v>1242</c:v>
                </c:pt>
                <c:pt idx="1242">
                  <c:v>1243</c:v>
                </c:pt>
                <c:pt idx="1243">
                  <c:v>1244</c:v>
                </c:pt>
                <c:pt idx="1244">
                  <c:v>1245</c:v>
                </c:pt>
                <c:pt idx="1245">
                  <c:v>1246</c:v>
                </c:pt>
                <c:pt idx="1246">
                  <c:v>1247</c:v>
                </c:pt>
                <c:pt idx="1247">
                  <c:v>1248</c:v>
                </c:pt>
                <c:pt idx="1248">
                  <c:v>1249</c:v>
                </c:pt>
                <c:pt idx="1249">
                  <c:v>1250</c:v>
                </c:pt>
                <c:pt idx="1250">
                  <c:v>1251</c:v>
                </c:pt>
                <c:pt idx="1251">
                  <c:v>1252</c:v>
                </c:pt>
                <c:pt idx="1252">
                  <c:v>1253</c:v>
                </c:pt>
                <c:pt idx="1253">
                  <c:v>1254</c:v>
                </c:pt>
                <c:pt idx="1254">
                  <c:v>1255</c:v>
                </c:pt>
                <c:pt idx="1255">
                  <c:v>1256</c:v>
                </c:pt>
                <c:pt idx="1256">
                  <c:v>1257</c:v>
                </c:pt>
                <c:pt idx="1257">
                  <c:v>1258</c:v>
                </c:pt>
                <c:pt idx="1258">
                  <c:v>1259</c:v>
                </c:pt>
                <c:pt idx="1259">
                  <c:v>1260</c:v>
                </c:pt>
                <c:pt idx="1260">
                  <c:v>1261</c:v>
                </c:pt>
                <c:pt idx="1261">
                  <c:v>1262</c:v>
                </c:pt>
                <c:pt idx="1262">
                  <c:v>1263</c:v>
                </c:pt>
                <c:pt idx="1263">
                  <c:v>1264</c:v>
                </c:pt>
                <c:pt idx="1264">
                  <c:v>1265</c:v>
                </c:pt>
                <c:pt idx="1265">
                  <c:v>1266</c:v>
                </c:pt>
                <c:pt idx="1266">
                  <c:v>1267</c:v>
                </c:pt>
                <c:pt idx="1267">
                  <c:v>1268</c:v>
                </c:pt>
                <c:pt idx="1268">
                  <c:v>1269</c:v>
                </c:pt>
                <c:pt idx="1269">
                  <c:v>1270</c:v>
                </c:pt>
                <c:pt idx="1270">
                  <c:v>1271</c:v>
                </c:pt>
                <c:pt idx="1271">
                  <c:v>1272</c:v>
                </c:pt>
                <c:pt idx="1272">
                  <c:v>1273</c:v>
                </c:pt>
                <c:pt idx="1273">
                  <c:v>1274</c:v>
                </c:pt>
                <c:pt idx="1274">
                  <c:v>1275</c:v>
                </c:pt>
                <c:pt idx="1275">
                  <c:v>1276</c:v>
                </c:pt>
                <c:pt idx="1276">
                  <c:v>1277</c:v>
                </c:pt>
                <c:pt idx="1277">
                  <c:v>1278</c:v>
                </c:pt>
                <c:pt idx="1278">
                  <c:v>1279</c:v>
                </c:pt>
                <c:pt idx="1279">
                  <c:v>1280</c:v>
                </c:pt>
                <c:pt idx="1280">
                  <c:v>1281</c:v>
                </c:pt>
                <c:pt idx="1281">
                  <c:v>1282</c:v>
                </c:pt>
                <c:pt idx="1282">
                  <c:v>1283</c:v>
                </c:pt>
                <c:pt idx="1283">
                  <c:v>1284</c:v>
                </c:pt>
                <c:pt idx="1284">
                  <c:v>1285</c:v>
                </c:pt>
                <c:pt idx="1285">
                  <c:v>1286</c:v>
                </c:pt>
                <c:pt idx="1286">
                  <c:v>1287</c:v>
                </c:pt>
                <c:pt idx="1287">
                  <c:v>1288</c:v>
                </c:pt>
                <c:pt idx="1288">
                  <c:v>1289</c:v>
                </c:pt>
                <c:pt idx="1289">
                  <c:v>1290</c:v>
                </c:pt>
                <c:pt idx="1290">
                  <c:v>1291</c:v>
                </c:pt>
                <c:pt idx="1291">
                  <c:v>1292</c:v>
                </c:pt>
                <c:pt idx="1292">
                  <c:v>1293</c:v>
                </c:pt>
                <c:pt idx="1293">
                  <c:v>1294</c:v>
                </c:pt>
                <c:pt idx="1294">
                  <c:v>1295</c:v>
                </c:pt>
                <c:pt idx="1295">
                  <c:v>1296</c:v>
                </c:pt>
                <c:pt idx="1296">
                  <c:v>1297</c:v>
                </c:pt>
                <c:pt idx="1297">
                  <c:v>1298</c:v>
                </c:pt>
                <c:pt idx="1298">
                  <c:v>1299</c:v>
                </c:pt>
                <c:pt idx="1299">
                  <c:v>1300</c:v>
                </c:pt>
                <c:pt idx="1300">
                  <c:v>1301</c:v>
                </c:pt>
                <c:pt idx="1301">
                  <c:v>1302</c:v>
                </c:pt>
                <c:pt idx="1302">
                  <c:v>1303</c:v>
                </c:pt>
                <c:pt idx="1303">
                  <c:v>1304</c:v>
                </c:pt>
                <c:pt idx="1304">
                  <c:v>1305</c:v>
                </c:pt>
                <c:pt idx="1305">
                  <c:v>1306</c:v>
                </c:pt>
                <c:pt idx="1306">
                  <c:v>1307</c:v>
                </c:pt>
                <c:pt idx="1307">
                  <c:v>1308</c:v>
                </c:pt>
                <c:pt idx="1308">
                  <c:v>1309</c:v>
                </c:pt>
                <c:pt idx="1309">
                  <c:v>1310</c:v>
                </c:pt>
                <c:pt idx="1310">
                  <c:v>1311</c:v>
                </c:pt>
                <c:pt idx="1311">
                  <c:v>1312</c:v>
                </c:pt>
                <c:pt idx="1312">
                  <c:v>1313</c:v>
                </c:pt>
                <c:pt idx="1313">
                  <c:v>1314</c:v>
                </c:pt>
                <c:pt idx="1314">
                  <c:v>1315</c:v>
                </c:pt>
                <c:pt idx="1315">
                  <c:v>1316</c:v>
                </c:pt>
                <c:pt idx="1316">
                  <c:v>1317</c:v>
                </c:pt>
                <c:pt idx="1317">
                  <c:v>1318</c:v>
                </c:pt>
                <c:pt idx="1318">
                  <c:v>1319</c:v>
                </c:pt>
                <c:pt idx="1319">
                  <c:v>1320</c:v>
                </c:pt>
                <c:pt idx="1320">
                  <c:v>1321</c:v>
                </c:pt>
                <c:pt idx="1321">
                  <c:v>1322</c:v>
                </c:pt>
                <c:pt idx="1322">
                  <c:v>1323</c:v>
                </c:pt>
                <c:pt idx="1323">
                  <c:v>1324</c:v>
                </c:pt>
                <c:pt idx="1324">
                  <c:v>1325</c:v>
                </c:pt>
                <c:pt idx="1325">
                  <c:v>1326</c:v>
                </c:pt>
                <c:pt idx="1326">
                  <c:v>1327</c:v>
                </c:pt>
                <c:pt idx="1327">
                  <c:v>1328</c:v>
                </c:pt>
                <c:pt idx="1328">
                  <c:v>1329</c:v>
                </c:pt>
                <c:pt idx="1329">
                  <c:v>1330</c:v>
                </c:pt>
                <c:pt idx="1330">
                  <c:v>1331</c:v>
                </c:pt>
                <c:pt idx="1331">
                  <c:v>1332</c:v>
                </c:pt>
                <c:pt idx="1332">
                  <c:v>1333</c:v>
                </c:pt>
                <c:pt idx="1333">
                  <c:v>1334</c:v>
                </c:pt>
                <c:pt idx="1334">
                  <c:v>1335</c:v>
                </c:pt>
                <c:pt idx="1335">
                  <c:v>1336</c:v>
                </c:pt>
                <c:pt idx="1336">
                  <c:v>1337</c:v>
                </c:pt>
                <c:pt idx="1337">
                  <c:v>1338</c:v>
                </c:pt>
                <c:pt idx="1338">
                  <c:v>1339</c:v>
                </c:pt>
                <c:pt idx="1339">
                  <c:v>1340</c:v>
                </c:pt>
                <c:pt idx="1340">
                  <c:v>1341</c:v>
                </c:pt>
                <c:pt idx="1341">
                  <c:v>1342</c:v>
                </c:pt>
                <c:pt idx="1342">
                  <c:v>1343</c:v>
                </c:pt>
                <c:pt idx="1343">
                  <c:v>1344</c:v>
                </c:pt>
                <c:pt idx="1344">
                  <c:v>1345</c:v>
                </c:pt>
                <c:pt idx="1345">
                  <c:v>1346</c:v>
                </c:pt>
                <c:pt idx="1346">
                  <c:v>1347</c:v>
                </c:pt>
                <c:pt idx="1347">
                  <c:v>1348</c:v>
                </c:pt>
                <c:pt idx="1348">
                  <c:v>1349</c:v>
                </c:pt>
                <c:pt idx="1349">
                  <c:v>1350</c:v>
                </c:pt>
                <c:pt idx="1350">
                  <c:v>1351</c:v>
                </c:pt>
                <c:pt idx="1351">
                  <c:v>1352</c:v>
                </c:pt>
                <c:pt idx="1352">
                  <c:v>1353</c:v>
                </c:pt>
                <c:pt idx="1353">
                  <c:v>1354</c:v>
                </c:pt>
                <c:pt idx="1354">
                  <c:v>1355</c:v>
                </c:pt>
                <c:pt idx="1355">
                  <c:v>1356</c:v>
                </c:pt>
                <c:pt idx="1356">
                  <c:v>1357</c:v>
                </c:pt>
                <c:pt idx="1357">
                  <c:v>1358</c:v>
                </c:pt>
                <c:pt idx="1358">
                  <c:v>1359</c:v>
                </c:pt>
                <c:pt idx="1359">
                  <c:v>1360</c:v>
                </c:pt>
                <c:pt idx="1360">
                  <c:v>1361</c:v>
                </c:pt>
                <c:pt idx="1361">
                  <c:v>1362</c:v>
                </c:pt>
                <c:pt idx="1362">
                  <c:v>1363</c:v>
                </c:pt>
                <c:pt idx="1363">
                  <c:v>1364</c:v>
                </c:pt>
                <c:pt idx="1364">
                  <c:v>1365</c:v>
                </c:pt>
                <c:pt idx="1365">
                  <c:v>1366</c:v>
                </c:pt>
                <c:pt idx="1366">
                  <c:v>1367</c:v>
                </c:pt>
                <c:pt idx="1367">
                  <c:v>1368</c:v>
                </c:pt>
                <c:pt idx="1368">
                  <c:v>1369</c:v>
                </c:pt>
                <c:pt idx="1369">
                  <c:v>1370</c:v>
                </c:pt>
                <c:pt idx="1370">
                  <c:v>1371</c:v>
                </c:pt>
                <c:pt idx="1371">
                  <c:v>1372</c:v>
                </c:pt>
                <c:pt idx="1372">
                  <c:v>1373</c:v>
                </c:pt>
                <c:pt idx="1373">
                  <c:v>1374</c:v>
                </c:pt>
                <c:pt idx="1374">
                  <c:v>1375</c:v>
                </c:pt>
                <c:pt idx="1375">
                  <c:v>1376</c:v>
                </c:pt>
                <c:pt idx="1376">
                  <c:v>1377</c:v>
                </c:pt>
                <c:pt idx="1377">
                  <c:v>1378</c:v>
                </c:pt>
                <c:pt idx="1378">
                  <c:v>1379</c:v>
                </c:pt>
                <c:pt idx="1379">
                  <c:v>1380</c:v>
                </c:pt>
                <c:pt idx="1380">
                  <c:v>1381</c:v>
                </c:pt>
                <c:pt idx="1381">
                  <c:v>1382</c:v>
                </c:pt>
                <c:pt idx="1382">
                  <c:v>1383</c:v>
                </c:pt>
                <c:pt idx="1383">
                  <c:v>1384</c:v>
                </c:pt>
                <c:pt idx="1384">
                  <c:v>1385</c:v>
                </c:pt>
                <c:pt idx="1385">
                  <c:v>1386</c:v>
                </c:pt>
                <c:pt idx="1386">
                  <c:v>1387</c:v>
                </c:pt>
                <c:pt idx="1387">
                  <c:v>1388</c:v>
                </c:pt>
                <c:pt idx="1388">
                  <c:v>1389</c:v>
                </c:pt>
                <c:pt idx="1389">
                  <c:v>1390</c:v>
                </c:pt>
                <c:pt idx="1390">
                  <c:v>1391</c:v>
                </c:pt>
                <c:pt idx="1391">
                  <c:v>1392</c:v>
                </c:pt>
                <c:pt idx="1392">
                  <c:v>1393</c:v>
                </c:pt>
                <c:pt idx="1393">
                  <c:v>1394</c:v>
                </c:pt>
                <c:pt idx="1394">
                  <c:v>1395</c:v>
                </c:pt>
                <c:pt idx="1395">
                  <c:v>1396</c:v>
                </c:pt>
                <c:pt idx="1396">
                  <c:v>1397</c:v>
                </c:pt>
                <c:pt idx="1397">
                  <c:v>1398</c:v>
                </c:pt>
                <c:pt idx="1398">
                  <c:v>1399</c:v>
                </c:pt>
                <c:pt idx="1399">
                  <c:v>1400</c:v>
                </c:pt>
                <c:pt idx="1400">
                  <c:v>1401</c:v>
                </c:pt>
                <c:pt idx="1401">
                  <c:v>1402</c:v>
                </c:pt>
                <c:pt idx="1402">
                  <c:v>1403</c:v>
                </c:pt>
                <c:pt idx="1403">
                  <c:v>1404</c:v>
                </c:pt>
                <c:pt idx="1404">
                  <c:v>1405</c:v>
                </c:pt>
                <c:pt idx="1405">
                  <c:v>1406</c:v>
                </c:pt>
                <c:pt idx="1406">
                  <c:v>1407</c:v>
                </c:pt>
                <c:pt idx="1407">
                  <c:v>1408</c:v>
                </c:pt>
                <c:pt idx="1408">
                  <c:v>1409</c:v>
                </c:pt>
                <c:pt idx="1409">
                  <c:v>1410</c:v>
                </c:pt>
                <c:pt idx="1410">
                  <c:v>1411</c:v>
                </c:pt>
                <c:pt idx="1411">
                  <c:v>1412</c:v>
                </c:pt>
                <c:pt idx="1412">
                  <c:v>1413</c:v>
                </c:pt>
                <c:pt idx="1413">
                  <c:v>1414</c:v>
                </c:pt>
                <c:pt idx="1414">
                  <c:v>1415</c:v>
                </c:pt>
                <c:pt idx="1415">
                  <c:v>1416</c:v>
                </c:pt>
                <c:pt idx="1416">
                  <c:v>1417</c:v>
                </c:pt>
                <c:pt idx="1417">
                  <c:v>1418</c:v>
                </c:pt>
                <c:pt idx="1418">
                  <c:v>1419</c:v>
                </c:pt>
                <c:pt idx="1419">
                  <c:v>1420</c:v>
                </c:pt>
                <c:pt idx="1420">
                  <c:v>1421</c:v>
                </c:pt>
                <c:pt idx="1421">
                  <c:v>1422</c:v>
                </c:pt>
                <c:pt idx="1422">
                  <c:v>1423</c:v>
                </c:pt>
                <c:pt idx="1423">
                  <c:v>1424</c:v>
                </c:pt>
                <c:pt idx="1424">
                  <c:v>1425</c:v>
                </c:pt>
                <c:pt idx="1425">
                  <c:v>1426</c:v>
                </c:pt>
                <c:pt idx="1426">
                  <c:v>1427</c:v>
                </c:pt>
                <c:pt idx="1427">
                  <c:v>1428</c:v>
                </c:pt>
                <c:pt idx="1428">
                  <c:v>1429</c:v>
                </c:pt>
                <c:pt idx="1429">
                  <c:v>1430</c:v>
                </c:pt>
                <c:pt idx="1430">
                  <c:v>1431</c:v>
                </c:pt>
                <c:pt idx="1431">
                  <c:v>1432</c:v>
                </c:pt>
                <c:pt idx="1432">
                  <c:v>1433</c:v>
                </c:pt>
                <c:pt idx="1433">
                  <c:v>1434</c:v>
                </c:pt>
                <c:pt idx="1434">
                  <c:v>1435</c:v>
                </c:pt>
                <c:pt idx="1435">
                  <c:v>1436</c:v>
                </c:pt>
                <c:pt idx="1436">
                  <c:v>1437</c:v>
                </c:pt>
                <c:pt idx="1437">
                  <c:v>1438</c:v>
                </c:pt>
                <c:pt idx="1438">
                  <c:v>1439</c:v>
                </c:pt>
                <c:pt idx="1439">
                  <c:v>1440</c:v>
                </c:pt>
                <c:pt idx="1440">
                  <c:v>1441</c:v>
                </c:pt>
                <c:pt idx="1441">
                  <c:v>1442</c:v>
                </c:pt>
                <c:pt idx="1442">
                  <c:v>1443</c:v>
                </c:pt>
                <c:pt idx="1443">
                  <c:v>1444</c:v>
                </c:pt>
                <c:pt idx="1444">
                  <c:v>1445</c:v>
                </c:pt>
                <c:pt idx="1445">
                  <c:v>1446</c:v>
                </c:pt>
                <c:pt idx="1446">
                  <c:v>1447</c:v>
                </c:pt>
                <c:pt idx="1447">
                  <c:v>1448</c:v>
                </c:pt>
                <c:pt idx="1448">
                  <c:v>1449</c:v>
                </c:pt>
                <c:pt idx="1449">
                  <c:v>1450</c:v>
                </c:pt>
                <c:pt idx="1450">
                  <c:v>1451</c:v>
                </c:pt>
                <c:pt idx="1451">
                  <c:v>1452</c:v>
                </c:pt>
                <c:pt idx="1452">
                  <c:v>1453</c:v>
                </c:pt>
                <c:pt idx="1453">
                  <c:v>1454</c:v>
                </c:pt>
                <c:pt idx="1454">
                  <c:v>1455</c:v>
                </c:pt>
                <c:pt idx="1455">
                  <c:v>1456</c:v>
                </c:pt>
                <c:pt idx="1456">
                  <c:v>1457</c:v>
                </c:pt>
                <c:pt idx="1457">
                  <c:v>1458</c:v>
                </c:pt>
                <c:pt idx="1458">
                  <c:v>1459</c:v>
                </c:pt>
                <c:pt idx="1459">
                  <c:v>1460</c:v>
                </c:pt>
                <c:pt idx="1460">
                  <c:v>1461</c:v>
                </c:pt>
                <c:pt idx="1461">
                  <c:v>1462</c:v>
                </c:pt>
                <c:pt idx="1462">
                  <c:v>1463</c:v>
                </c:pt>
                <c:pt idx="1463">
                  <c:v>1464</c:v>
                </c:pt>
                <c:pt idx="1464">
                  <c:v>1465</c:v>
                </c:pt>
                <c:pt idx="1465">
                  <c:v>1466</c:v>
                </c:pt>
                <c:pt idx="1466">
                  <c:v>1467</c:v>
                </c:pt>
                <c:pt idx="1467">
                  <c:v>1468</c:v>
                </c:pt>
                <c:pt idx="1468">
                  <c:v>1469</c:v>
                </c:pt>
                <c:pt idx="1469">
                  <c:v>1470</c:v>
                </c:pt>
                <c:pt idx="1470">
                  <c:v>1471</c:v>
                </c:pt>
                <c:pt idx="1471">
                  <c:v>1472</c:v>
                </c:pt>
                <c:pt idx="1472">
                  <c:v>1473</c:v>
                </c:pt>
                <c:pt idx="1473">
                  <c:v>1474</c:v>
                </c:pt>
                <c:pt idx="1474">
                  <c:v>1475</c:v>
                </c:pt>
                <c:pt idx="1475">
                  <c:v>1476</c:v>
                </c:pt>
                <c:pt idx="1476">
                  <c:v>1477</c:v>
                </c:pt>
                <c:pt idx="1477">
                  <c:v>1478</c:v>
                </c:pt>
                <c:pt idx="1478">
                  <c:v>1479</c:v>
                </c:pt>
                <c:pt idx="1479">
                  <c:v>1480</c:v>
                </c:pt>
                <c:pt idx="1480">
                  <c:v>1481</c:v>
                </c:pt>
                <c:pt idx="1481">
                  <c:v>1482</c:v>
                </c:pt>
                <c:pt idx="1482">
                  <c:v>1483</c:v>
                </c:pt>
                <c:pt idx="1483">
                  <c:v>1484</c:v>
                </c:pt>
                <c:pt idx="1484">
                  <c:v>1485</c:v>
                </c:pt>
                <c:pt idx="1485">
                  <c:v>1486</c:v>
                </c:pt>
                <c:pt idx="1486">
                  <c:v>1487</c:v>
                </c:pt>
                <c:pt idx="1487">
                  <c:v>1488</c:v>
                </c:pt>
                <c:pt idx="1488">
                  <c:v>1489</c:v>
                </c:pt>
                <c:pt idx="1489">
                  <c:v>1490</c:v>
                </c:pt>
                <c:pt idx="1490">
                  <c:v>1491</c:v>
                </c:pt>
                <c:pt idx="1491">
                  <c:v>1492</c:v>
                </c:pt>
                <c:pt idx="1492">
                  <c:v>1493</c:v>
                </c:pt>
                <c:pt idx="1493">
                  <c:v>1494</c:v>
                </c:pt>
                <c:pt idx="1494">
                  <c:v>1495</c:v>
                </c:pt>
                <c:pt idx="1495">
                  <c:v>1496</c:v>
                </c:pt>
                <c:pt idx="1496">
                  <c:v>1497</c:v>
                </c:pt>
                <c:pt idx="1497">
                  <c:v>1498</c:v>
                </c:pt>
                <c:pt idx="1498">
                  <c:v>1499</c:v>
                </c:pt>
                <c:pt idx="1499">
                  <c:v>1500</c:v>
                </c:pt>
                <c:pt idx="1500">
                  <c:v>1501</c:v>
                </c:pt>
                <c:pt idx="1501">
                  <c:v>1502</c:v>
                </c:pt>
                <c:pt idx="1502">
                  <c:v>1503</c:v>
                </c:pt>
                <c:pt idx="1503">
                  <c:v>1504</c:v>
                </c:pt>
                <c:pt idx="1504">
                  <c:v>1505</c:v>
                </c:pt>
                <c:pt idx="1505">
                  <c:v>1506</c:v>
                </c:pt>
                <c:pt idx="1506">
                  <c:v>1507</c:v>
                </c:pt>
                <c:pt idx="1507">
                  <c:v>1508</c:v>
                </c:pt>
                <c:pt idx="1508">
                  <c:v>1509</c:v>
                </c:pt>
                <c:pt idx="1509">
                  <c:v>1510</c:v>
                </c:pt>
                <c:pt idx="1510">
                  <c:v>1511</c:v>
                </c:pt>
                <c:pt idx="1511">
                  <c:v>1512</c:v>
                </c:pt>
                <c:pt idx="1512">
                  <c:v>1513</c:v>
                </c:pt>
                <c:pt idx="1513">
                  <c:v>1514</c:v>
                </c:pt>
                <c:pt idx="1514">
                  <c:v>1515</c:v>
                </c:pt>
                <c:pt idx="1515">
                  <c:v>1516</c:v>
                </c:pt>
                <c:pt idx="1516">
                  <c:v>1517</c:v>
                </c:pt>
                <c:pt idx="1517">
                  <c:v>1518</c:v>
                </c:pt>
                <c:pt idx="1518">
                  <c:v>1519</c:v>
                </c:pt>
                <c:pt idx="1519">
                  <c:v>1520</c:v>
                </c:pt>
                <c:pt idx="1520">
                  <c:v>1521</c:v>
                </c:pt>
                <c:pt idx="1521">
                  <c:v>1522</c:v>
                </c:pt>
                <c:pt idx="1522">
                  <c:v>1523</c:v>
                </c:pt>
                <c:pt idx="1523">
                  <c:v>1524</c:v>
                </c:pt>
                <c:pt idx="1524">
                  <c:v>1525</c:v>
                </c:pt>
                <c:pt idx="1525">
                  <c:v>1526</c:v>
                </c:pt>
                <c:pt idx="1526">
                  <c:v>1527</c:v>
                </c:pt>
                <c:pt idx="1527">
                  <c:v>1528</c:v>
                </c:pt>
                <c:pt idx="1528">
                  <c:v>1529</c:v>
                </c:pt>
                <c:pt idx="1529">
                  <c:v>1530</c:v>
                </c:pt>
                <c:pt idx="1530">
                  <c:v>1531</c:v>
                </c:pt>
                <c:pt idx="1531">
                  <c:v>1532</c:v>
                </c:pt>
                <c:pt idx="1532">
                  <c:v>1533</c:v>
                </c:pt>
                <c:pt idx="1533">
                  <c:v>1534</c:v>
                </c:pt>
                <c:pt idx="1534">
                  <c:v>1535</c:v>
                </c:pt>
                <c:pt idx="1535">
                  <c:v>1536</c:v>
                </c:pt>
                <c:pt idx="1536">
                  <c:v>1537</c:v>
                </c:pt>
                <c:pt idx="1537">
                  <c:v>1538</c:v>
                </c:pt>
                <c:pt idx="1538">
                  <c:v>1539</c:v>
                </c:pt>
                <c:pt idx="1539">
                  <c:v>1540</c:v>
                </c:pt>
                <c:pt idx="1540">
                  <c:v>1541</c:v>
                </c:pt>
                <c:pt idx="1541">
                  <c:v>1542</c:v>
                </c:pt>
                <c:pt idx="1542">
                  <c:v>1543</c:v>
                </c:pt>
                <c:pt idx="1543">
                  <c:v>1544</c:v>
                </c:pt>
                <c:pt idx="1544">
                  <c:v>1545</c:v>
                </c:pt>
                <c:pt idx="1545">
                  <c:v>1546</c:v>
                </c:pt>
                <c:pt idx="1546">
                  <c:v>1547</c:v>
                </c:pt>
                <c:pt idx="1547">
                  <c:v>1548</c:v>
                </c:pt>
                <c:pt idx="1548">
                  <c:v>1549</c:v>
                </c:pt>
                <c:pt idx="1549">
                  <c:v>1550</c:v>
                </c:pt>
                <c:pt idx="1550">
                  <c:v>1551</c:v>
                </c:pt>
                <c:pt idx="1551">
                  <c:v>1552</c:v>
                </c:pt>
                <c:pt idx="1552">
                  <c:v>1553</c:v>
                </c:pt>
                <c:pt idx="1553">
                  <c:v>1554</c:v>
                </c:pt>
                <c:pt idx="1554">
                  <c:v>1555</c:v>
                </c:pt>
                <c:pt idx="1555">
                  <c:v>1556</c:v>
                </c:pt>
                <c:pt idx="1556">
                  <c:v>1557</c:v>
                </c:pt>
                <c:pt idx="1557">
                  <c:v>1558</c:v>
                </c:pt>
                <c:pt idx="1558">
                  <c:v>1559</c:v>
                </c:pt>
                <c:pt idx="1559">
                  <c:v>1560</c:v>
                </c:pt>
                <c:pt idx="1560">
                  <c:v>1561</c:v>
                </c:pt>
                <c:pt idx="1561">
                  <c:v>1562</c:v>
                </c:pt>
                <c:pt idx="1562">
                  <c:v>1563</c:v>
                </c:pt>
                <c:pt idx="1563">
                  <c:v>1564</c:v>
                </c:pt>
                <c:pt idx="1564">
                  <c:v>1565</c:v>
                </c:pt>
                <c:pt idx="1565">
                  <c:v>1566</c:v>
                </c:pt>
                <c:pt idx="1566">
                  <c:v>1567</c:v>
                </c:pt>
                <c:pt idx="1567">
                  <c:v>1568</c:v>
                </c:pt>
                <c:pt idx="1568">
                  <c:v>1569</c:v>
                </c:pt>
                <c:pt idx="1569">
                  <c:v>1570</c:v>
                </c:pt>
                <c:pt idx="1570">
                  <c:v>1571</c:v>
                </c:pt>
                <c:pt idx="1571">
                  <c:v>1572</c:v>
                </c:pt>
                <c:pt idx="1572">
                  <c:v>1573</c:v>
                </c:pt>
                <c:pt idx="1573">
                  <c:v>1574</c:v>
                </c:pt>
                <c:pt idx="1574">
                  <c:v>1575</c:v>
                </c:pt>
                <c:pt idx="1575">
                  <c:v>1576</c:v>
                </c:pt>
                <c:pt idx="1576">
                  <c:v>1577</c:v>
                </c:pt>
                <c:pt idx="1577">
                  <c:v>1578</c:v>
                </c:pt>
                <c:pt idx="1578">
                  <c:v>1579</c:v>
                </c:pt>
                <c:pt idx="1579">
                  <c:v>1580</c:v>
                </c:pt>
                <c:pt idx="1580">
                  <c:v>1581</c:v>
                </c:pt>
                <c:pt idx="1581">
                  <c:v>1582</c:v>
                </c:pt>
                <c:pt idx="1582">
                  <c:v>1583</c:v>
                </c:pt>
                <c:pt idx="1583">
                  <c:v>1584</c:v>
                </c:pt>
                <c:pt idx="1584">
                  <c:v>1585</c:v>
                </c:pt>
                <c:pt idx="1585">
                  <c:v>1586</c:v>
                </c:pt>
                <c:pt idx="1586">
                  <c:v>1587</c:v>
                </c:pt>
                <c:pt idx="1587">
                  <c:v>1588</c:v>
                </c:pt>
                <c:pt idx="1588">
                  <c:v>1589</c:v>
                </c:pt>
                <c:pt idx="1589">
                  <c:v>1590</c:v>
                </c:pt>
                <c:pt idx="1590">
                  <c:v>1591</c:v>
                </c:pt>
                <c:pt idx="1591">
                  <c:v>1592</c:v>
                </c:pt>
                <c:pt idx="1592">
                  <c:v>1593</c:v>
                </c:pt>
                <c:pt idx="1593">
                  <c:v>1594</c:v>
                </c:pt>
                <c:pt idx="1594">
                  <c:v>1595</c:v>
                </c:pt>
                <c:pt idx="1595">
                  <c:v>1596</c:v>
                </c:pt>
                <c:pt idx="1596">
                  <c:v>1597</c:v>
                </c:pt>
                <c:pt idx="1597">
                  <c:v>1598</c:v>
                </c:pt>
                <c:pt idx="1598">
                  <c:v>1599</c:v>
                </c:pt>
                <c:pt idx="1599">
                  <c:v>1600</c:v>
                </c:pt>
                <c:pt idx="1600">
                  <c:v>1601</c:v>
                </c:pt>
                <c:pt idx="1601">
                  <c:v>1602</c:v>
                </c:pt>
                <c:pt idx="1602">
                  <c:v>1603</c:v>
                </c:pt>
                <c:pt idx="1603">
                  <c:v>1604</c:v>
                </c:pt>
                <c:pt idx="1604">
                  <c:v>1605</c:v>
                </c:pt>
                <c:pt idx="1605">
                  <c:v>1606</c:v>
                </c:pt>
                <c:pt idx="1606">
                  <c:v>1607</c:v>
                </c:pt>
                <c:pt idx="1607">
                  <c:v>1608</c:v>
                </c:pt>
                <c:pt idx="1608">
                  <c:v>1609</c:v>
                </c:pt>
                <c:pt idx="1609">
                  <c:v>1610</c:v>
                </c:pt>
                <c:pt idx="1610">
                  <c:v>1611</c:v>
                </c:pt>
                <c:pt idx="1611">
                  <c:v>1612</c:v>
                </c:pt>
                <c:pt idx="1612">
                  <c:v>1613</c:v>
                </c:pt>
                <c:pt idx="1613">
                  <c:v>1614</c:v>
                </c:pt>
                <c:pt idx="1614">
                  <c:v>1615</c:v>
                </c:pt>
                <c:pt idx="1615">
                  <c:v>1616</c:v>
                </c:pt>
                <c:pt idx="1616">
                  <c:v>1617</c:v>
                </c:pt>
                <c:pt idx="1617">
                  <c:v>1618</c:v>
                </c:pt>
                <c:pt idx="1618">
                  <c:v>1619</c:v>
                </c:pt>
                <c:pt idx="1619">
                  <c:v>1620</c:v>
                </c:pt>
                <c:pt idx="1620">
                  <c:v>1621</c:v>
                </c:pt>
                <c:pt idx="1621">
                  <c:v>1622</c:v>
                </c:pt>
                <c:pt idx="1622">
                  <c:v>1623</c:v>
                </c:pt>
                <c:pt idx="1623">
                  <c:v>1624</c:v>
                </c:pt>
                <c:pt idx="1624">
                  <c:v>1625</c:v>
                </c:pt>
                <c:pt idx="1625">
                  <c:v>1626</c:v>
                </c:pt>
                <c:pt idx="1626">
                  <c:v>1627</c:v>
                </c:pt>
                <c:pt idx="1627">
                  <c:v>1628</c:v>
                </c:pt>
                <c:pt idx="1628">
                  <c:v>1629</c:v>
                </c:pt>
                <c:pt idx="1629">
                  <c:v>1630</c:v>
                </c:pt>
                <c:pt idx="1630">
                  <c:v>1631</c:v>
                </c:pt>
                <c:pt idx="1631">
                  <c:v>1632</c:v>
                </c:pt>
                <c:pt idx="1632">
                  <c:v>1633</c:v>
                </c:pt>
                <c:pt idx="1633">
                  <c:v>1634</c:v>
                </c:pt>
                <c:pt idx="1634">
                  <c:v>1635</c:v>
                </c:pt>
                <c:pt idx="1635">
                  <c:v>1636</c:v>
                </c:pt>
                <c:pt idx="1636">
                  <c:v>1637</c:v>
                </c:pt>
                <c:pt idx="1637">
                  <c:v>1638</c:v>
                </c:pt>
                <c:pt idx="1638">
                  <c:v>1639</c:v>
                </c:pt>
                <c:pt idx="1639">
                  <c:v>1640</c:v>
                </c:pt>
                <c:pt idx="1640">
                  <c:v>1641</c:v>
                </c:pt>
                <c:pt idx="1641">
                  <c:v>1642</c:v>
                </c:pt>
                <c:pt idx="1642">
                  <c:v>1643</c:v>
                </c:pt>
                <c:pt idx="1643">
                  <c:v>1644</c:v>
                </c:pt>
                <c:pt idx="1644">
                  <c:v>1645</c:v>
                </c:pt>
                <c:pt idx="1645">
                  <c:v>1646</c:v>
                </c:pt>
                <c:pt idx="1646">
                  <c:v>1647</c:v>
                </c:pt>
                <c:pt idx="1647">
                  <c:v>1648</c:v>
                </c:pt>
                <c:pt idx="1648">
                  <c:v>1649</c:v>
                </c:pt>
                <c:pt idx="1649">
                  <c:v>1650</c:v>
                </c:pt>
                <c:pt idx="1650">
                  <c:v>1651</c:v>
                </c:pt>
                <c:pt idx="1651">
                  <c:v>1652</c:v>
                </c:pt>
                <c:pt idx="1652">
                  <c:v>1653</c:v>
                </c:pt>
                <c:pt idx="1653">
                  <c:v>1654</c:v>
                </c:pt>
                <c:pt idx="1654">
                  <c:v>1655</c:v>
                </c:pt>
                <c:pt idx="1655">
                  <c:v>1656</c:v>
                </c:pt>
                <c:pt idx="1656">
                  <c:v>1657</c:v>
                </c:pt>
                <c:pt idx="1657">
                  <c:v>1658</c:v>
                </c:pt>
                <c:pt idx="1658">
                  <c:v>1659</c:v>
                </c:pt>
                <c:pt idx="1659">
                  <c:v>1660</c:v>
                </c:pt>
                <c:pt idx="1660">
                  <c:v>1661</c:v>
                </c:pt>
                <c:pt idx="1661">
                  <c:v>1662</c:v>
                </c:pt>
                <c:pt idx="1662">
                  <c:v>1663</c:v>
                </c:pt>
                <c:pt idx="1663">
                  <c:v>1664</c:v>
                </c:pt>
                <c:pt idx="1664">
                  <c:v>1665</c:v>
                </c:pt>
                <c:pt idx="1665">
                  <c:v>1666</c:v>
                </c:pt>
                <c:pt idx="1666">
                  <c:v>1667</c:v>
                </c:pt>
                <c:pt idx="1667">
                  <c:v>1668</c:v>
                </c:pt>
                <c:pt idx="1668">
                  <c:v>1669</c:v>
                </c:pt>
                <c:pt idx="1669">
                  <c:v>1670</c:v>
                </c:pt>
                <c:pt idx="1670">
                  <c:v>1671</c:v>
                </c:pt>
                <c:pt idx="1671">
                  <c:v>1672</c:v>
                </c:pt>
                <c:pt idx="1672">
                  <c:v>1673</c:v>
                </c:pt>
                <c:pt idx="1673">
                  <c:v>1674</c:v>
                </c:pt>
                <c:pt idx="1674">
                  <c:v>1675</c:v>
                </c:pt>
                <c:pt idx="1675">
                  <c:v>1676</c:v>
                </c:pt>
                <c:pt idx="1676">
                  <c:v>1677</c:v>
                </c:pt>
                <c:pt idx="1677">
                  <c:v>1678</c:v>
                </c:pt>
                <c:pt idx="1678">
                  <c:v>1679</c:v>
                </c:pt>
                <c:pt idx="1679">
                  <c:v>1680</c:v>
                </c:pt>
                <c:pt idx="1680">
                  <c:v>1681</c:v>
                </c:pt>
                <c:pt idx="1681">
                  <c:v>1682</c:v>
                </c:pt>
                <c:pt idx="1682">
                  <c:v>1683</c:v>
                </c:pt>
                <c:pt idx="1683">
                  <c:v>1684</c:v>
                </c:pt>
                <c:pt idx="1684">
                  <c:v>1685</c:v>
                </c:pt>
                <c:pt idx="1685">
                  <c:v>1686</c:v>
                </c:pt>
                <c:pt idx="1686">
                  <c:v>1687</c:v>
                </c:pt>
                <c:pt idx="1687">
                  <c:v>1688</c:v>
                </c:pt>
                <c:pt idx="1688">
                  <c:v>1689</c:v>
                </c:pt>
                <c:pt idx="1689">
                  <c:v>1690</c:v>
                </c:pt>
                <c:pt idx="1690">
                  <c:v>1691</c:v>
                </c:pt>
                <c:pt idx="1691">
                  <c:v>1692</c:v>
                </c:pt>
                <c:pt idx="1692">
                  <c:v>1693</c:v>
                </c:pt>
                <c:pt idx="1693">
                  <c:v>1694</c:v>
                </c:pt>
                <c:pt idx="1694">
                  <c:v>1695</c:v>
                </c:pt>
                <c:pt idx="1695">
                  <c:v>1696</c:v>
                </c:pt>
                <c:pt idx="1696">
                  <c:v>1697</c:v>
                </c:pt>
                <c:pt idx="1697">
                  <c:v>1698</c:v>
                </c:pt>
                <c:pt idx="1698">
                  <c:v>1699</c:v>
                </c:pt>
                <c:pt idx="1699">
                  <c:v>1700</c:v>
                </c:pt>
                <c:pt idx="1700">
                  <c:v>1701</c:v>
                </c:pt>
                <c:pt idx="1701">
                  <c:v>1702</c:v>
                </c:pt>
                <c:pt idx="1702">
                  <c:v>1703</c:v>
                </c:pt>
                <c:pt idx="1703">
                  <c:v>1704</c:v>
                </c:pt>
                <c:pt idx="1704">
                  <c:v>1705</c:v>
                </c:pt>
                <c:pt idx="1705">
                  <c:v>1706</c:v>
                </c:pt>
                <c:pt idx="1706">
                  <c:v>1707</c:v>
                </c:pt>
                <c:pt idx="1707">
                  <c:v>1708</c:v>
                </c:pt>
                <c:pt idx="1708">
                  <c:v>1709</c:v>
                </c:pt>
                <c:pt idx="1709">
                  <c:v>1710</c:v>
                </c:pt>
                <c:pt idx="1710">
                  <c:v>1711</c:v>
                </c:pt>
                <c:pt idx="1711">
                  <c:v>1712</c:v>
                </c:pt>
                <c:pt idx="1712">
                  <c:v>1713</c:v>
                </c:pt>
                <c:pt idx="1713">
                  <c:v>1714</c:v>
                </c:pt>
                <c:pt idx="1714">
                  <c:v>1715</c:v>
                </c:pt>
                <c:pt idx="1715">
                  <c:v>1716</c:v>
                </c:pt>
                <c:pt idx="1716">
                  <c:v>1717</c:v>
                </c:pt>
                <c:pt idx="1717">
                  <c:v>1718</c:v>
                </c:pt>
                <c:pt idx="1718">
                  <c:v>1719</c:v>
                </c:pt>
                <c:pt idx="1719">
                  <c:v>1720</c:v>
                </c:pt>
                <c:pt idx="1720">
                  <c:v>1721</c:v>
                </c:pt>
                <c:pt idx="1721">
                  <c:v>1722</c:v>
                </c:pt>
                <c:pt idx="1722">
                  <c:v>1723</c:v>
                </c:pt>
                <c:pt idx="1723">
                  <c:v>1724</c:v>
                </c:pt>
                <c:pt idx="1724">
                  <c:v>1725</c:v>
                </c:pt>
                <c:pt idx="1725">
                  <c:v>1726</c:v>
                </c:pt>
                <c:pt idx="1726">
                  <c:v>1727</c:v>
                </c:pt>
                <c:pt idx="1727">
                  <c:v>1728</c:v>
                </c:pt>
                <c:pt idx="1728">
                  <c:v>1729</c:v>
                </c:pt>
                <c:pt idx="1729">
                  <c:v>1730</c:v>
                </c:pt>
                <c:pt idx="1730">
                  <c:v>1731</c:v>
                </c:pt>
                <c:pt idx="1731">
                  <c:v>1732</c:v>
                </c:pt>
                <c:pt idx="1732">
                  <c:v>1733</c:v>
                </c:pt>
                <c:pt idx="1733">
                  <c:v>1734</c:v>
                </c:pt>
                <c:pt idx="1734">
                  <c:v>1735</c:v>
                </c:pt>
                <c:pt idx="1735">
                  <c:v>1736</c:v>
                </c:pt>
                <c:pt idx="1736">
                  <c:v>1737</c:v>
                </c:pt>
                <c:pt idx="1737">
                  <c:v>1738</c:v>
                </c:pt>
                <c:pt idx="1738">
                  <c:v>1739</c:v>
                </c:pt>
                <c:pt idx="1739">
                  <c:v>1740</c:v>
                </c:pt>
                <c:pt idx="1740">
                  <c:v>1741</c:v>
                </c:pt>
                <c:pt idx="1741">
                  <c:v>1742</c:v>
                </c:pt>
                <c:pt idx="1742">
                  <c:v>1743</c:v>
                </c:pt>
                <c:pt idx="1743">
                  <c:v>1744</c:v>
                </c:pt>
                <c:pt idx="1744">
                  <c:v>1745</c:v>
                </c:pt>
                <c:pt idx="1745">
                  <c:v>1746</c:v>
                </c:pt>
                <c:pt idx="1746">
                  <c:v>1747</c:v>
                </c:pt>
                <c:pt idx="1747">
                  <c:v>1748</c:v>
                </c:pt>
                <c:pt idx="1748">
                  <c:v>1749</c:v>
                </c:pt>
                <c:pt idx="1749">
                  <c:v>1750</c:v>
                </c:pt>
                <c:pt idx="1750">
                  <c:v>1751</c:v>
                </c:pt>
                <c:pt idx="1751">
                  <c:v>1752</c:v>
                </c:pt>
                <c:pt idx="1752">
                  <c:v>1753</c:v>
                </c:pt>
                <c:pt idx="1753">
                  <c:v>1754</c:v>
                </c:pt>
                <c:pt idx="1754">
                  <c:v>1755</c:v>
                </c:pt>
                <c:pt idx="1755">
                  <c:v>1756</c:v>
                </c:pt>
                <c:pt idx="1756">
                  <c:v>1757</c:v>
                </c:pt>
                <c:pt idx="1757">
                  <c:v>1758</c:v>
                </c:pt>
                <c:pt idx="1758">
                  <c:v>1759</c:v>
                </c:pt>
                <c:pt idx="1759">
                  <c:v>1760</c:v>
                </c:pt>
                <c:pt idx="1760">
                  <c:v>1761</c:v>
                </c:pt>
                <c:pt idx="1761">
                  <c:v>1762</c:v>
                </c:pt>
                <c:pt idx="1762">
                  <c:v>1763</c:v>
                </c:pt>
                <c:pt idx="1763">
                  <c:v>1764</c:v>
                </c:pt>
                <c:pt idx="1764">
                  <c:v>1765</c:v>
                </c:pt>
                <c:pt idx="1765">
                  <c:v>1766</c:v>
                </c:pt>
                <c:pt idx="1766">
                  <c:v>1767</c:v>
                </c:pt>
                <c:pt idx="1767">
                  <c:v>1768</c:v>
                </c:pt>
                <c:pt idx="1768">
                  <c:v>1769</c:v>
                </c:pt>
                <c:pt idx="1769">
                  <c:v>1770</c:v>
                </c:pt>
                <c:pt idx="1770">
                  <c:v>1771</c:v>
                </c:pt>
                <c:pt idx="1771">
                  <c:v>1772</c:v>
                </c:pt>
                <c:pt idx="1772">
                  <c:v>1773</c:v>
                </c:pt>
                <c:pt idx="1773">
                  <c:v>1774</c:v>
                </c:pt>
                <c:pt idx="1774">
                  <c:v>1775</c:v>
                </c:pt>
                <c:pt idx="1775">
                  <c:v>1776</c:v>
                </c:pt>
                <c:pt idx="1776">
                  <c:v>1777</c:v>
                </c:pt>
                <c:pt idx="1777">
                  <c:v>1778</c:v>
                </c:pt>
                <c:pt idx="1778">
                  <c:v>1779</c:v>
                </c:pt>
                <c:pt idx="1779">
                  <c:v>1780</c:v>
                </c:pt>
                <c:pt idx="1780">
                  <c:v>1781</c:v>
                </c:pt>
                <c:pt idx="1781">
                  <c:v>1782</c:v>
                </c:pt>
                <c:pt idx="1782">
                  <c:v>1783</c:v>
                </c:pt>
                <c:pt idx="1783">
                  <c:v>1784</c:v>
                </c:pt>
                <c:pt idx="1784">
                  <c:v>1785</c:v>
                </c:pt>
                <c:pt idx="1785">
                  <c:v>1786</c:v>
                </c:pt>
                <c:pt idx="1786">
                  <c:v>1787</c:v>
                </c:pt>
                <c:pt idx="1787">
                  <c:v>1788</c:v>
                </c:pt>
                <c:pt idx="1788">
                  <c:v>1789</c:v>
                </c:pt>
                <c:pt idx="1789">
                  <c:v>1790</c:v>
                </c:pt>
                <c:pt idx="1790">
                  <c:v>1791</c:v>
                </c:pt>
                <c:pt idx="1791">
                  <c:v>1792</c:v>
                </c:pt>
                <c:pt idx="1792">
                  <c:v>1793</c:v>
                </c:pt>
                <c:pt idx="1793">
                  <c:v>1794</c:v>
                </c:pt>
                <c:pt idx="1794">
                  <c:v>1795</c:v>
                </c:pt>
                <c:pt idx="1795">
                  <c:v>1796</c:v>
                </c:pt>
                <c:pt idx="1796">
                  <c:v>1797</c:v>
                </c:pt>
                <c:pt idx="1797">
                  <c:v>1798</c:v>
                </c:pt>
                <c:pt idx="1798">
                  <c:v>1799</c:v>
                </c:pt>
                <c:pt idx="1799">
                  <c:v>1800</c:v>
                </c:pt>
                <c:pt idx="1800">
                  <c:v>1801</c:v>
                </c:pt>
                <c:pt idx="1801">
                  <c:v>1802</c:v>
                </c:pt>
                <c:pt idx="1802">
                  <c:v>1803</c:v>
                </c:pt>
                <c:pt idx="1803">
                  <c:v>1804</c:v>
                </c:pt>
                <c:pt idx="1804">
                  <c:v>1805</c:v>
                </c:pt>
                <c:pt idx="1805">
                  <c:v>1806</c:v>
                </c:pt>
                <c:pt idx="1806">
                  <c:v>1807</c:v>
                </c:pt>
                <c:pt idx="1807">
                  <c:v>1808</c:v>
                </c:pt>
                <c:pt idx="1808">
                  <c:v>1809</c:v>
                </c:pt>
                <c:pt idx="1809">
                  <c:v>1810</c:v>
                </c:pt>
                <c:pt idx="1810">
                  <c:v>1811</c:v>
                </c:pt>
                <c:pt idx="1811">
                  <c:v>1812</c:v>
                </c:pt>
                <c:pt idx="1812">
                  <c:v>1813</c:v>
                </c:pt>
                <c:pt idx="1813">
                  <c:v>1814</c:v>
                </c:pt>
                <c:pt idx="1814">
                  <c:v>1815</c:v>
                </c:pt>
                <c:pt idx="1815">
                  <c:v>1816</c:v>
                </c:pt>
                <c:pt idx="1816">
                  <c:v>1817</c:v>
                </c:pt>
                <c:pt idx="1817">
                  <c:v>1818</c:v>
                </c:pt>
                <c:pt idx="1818">
                  <c:v>1819</c:v>
                </c:pt>
                <c:pt idx="1819">
                  <c:v>1820</c:v>
                </c:pt>
                <c:pt idx="1820">
                  <c:v>1821</c:v>
                </c:pt>
                <c:pt idx="1821">
                  <c:v>1822</c:v>
                </c:pt>
                <c:pt idx="1822">
                  <c:v>1823</c:v>
                </c:pt>
                <c:pt idx="1823">
                  <c:v>1824</c:v>
                </c:pt>
                <c:pt idx="1824">
                  <c:v>1825</c:v>
                </c:pt>
                <c:pt idx="1825">
                  <c:v>1826</c:v>
                </c:pt>
                <c:pt idx="1826">
                  <c:v>1827</c:v>
                </c:pt>
                <c:pt idx="1827">
                  <c:v>1828</c:v>
                </c:pt>
                <c:pt idx="1828">
                  <c:v>1829</c:v>
                </c:pt>
                <c:pt idx="1829">
                  <c:v>1830</c:v>
                </c:pt>
                <c:pt idx="1830">
                  <c:v>1831</c:v>
                </c:pt>
                <c:pt idx="1831">
                  <c:v>1832</c:v>
                </c:pt>
                <c:pt idx="1832">
                  <c:v>1833</c:v>
                </c:pt>
                <c:pt idx="1833">
                  <c:v>1834</c:v>
                </c:pt>
                <c:pt idx="1834">
                  <c:v>1835</c:v>
                </c:pt>
                <c:pt idx="1835">
                  <c:v>1836</c:v>
                </c:pt>
                <c:pt idx="1836">
                  <c:v>1837</c:v>
                </c:pt>
                <c:pt idx="1837">
                  <c:v>1838</c:v>
                </c:pt>
                <c:pt idx="1838">
                  <c:v>1839</c:v>
                </c:pt>
                <c:pt idx="1839">
                  <c:v>1840</c:v>
                </c:pt>
                <c:pt idx="1840">
                  <c:v>1841</c:v>
                </c:pt>
                <c:pt idx="1841">
                  <c:v>1842</c:v>
                </c:pt>
                <c:pt idx="1842">
                  <c:v>1843</c:v>
                </c:pt>
                <c:pt idx="1843">
                  <c:v>1844</c:v>
                </c:pt>
                <c:pt idx="1844">
                  <c:v>1845</c:v>
                </c:pt>
                <c:pt idx="1845">
                  <c:v>1846</c:v>
                </c:pt>
                <c:pt idx="1846">
                  <c:v>1847</c:v>
                </c:pt>
                <c:pt idx="1847">
                  <c:v>1848</c:v>
                </c:pt>
                <c:pt idx="1848">
                  <c:v>1849</c:v>
                </c:pt>
                <c:pt idx="1849">
                  <c:v>1850</c:v>
                </c:pt>
                <c:pt idx="1850">
                  <c:v>1851</c:v>
                </c:pt>
                <c:pt idx="1851">
                  <c:v>1852</c:v>
                </c:pt>
                <c:pt idx="1852">
                  <c:v>1853</c:v>
                </c:pt>
                <c:pt idx="1853">
                  <c:v>1854</c:v>
                </c:pt>
                <c:pt idx="1854">
                  <c:v>1855</c:v>
                </c:pt>
                <c:pt idx="1855">
                  <c:v>1856</c:v>
                </c:pt>
                <c:pt idx="1856">
                  <c:v>1857</c:v>
                </c:pt>
                <c:pt idx="1857">
                  <c:v>1858</c:v>
                </c:pt>
                <c:pt idx="1858">
                  <c:v>1859</c:v>
                </c:pt>
                <c:pt idx="1859">
                  <c:v>1860</c:v>
                </c:pt>
                <c:pt idx="1860">
                  <c:v>1861</c:v>
                </c:pt>
                <c:pt idx="1861">
                  <c:v>1862</c:v>
                </c:pt>
                <c:pt idx="1862">
                  <c:v>1863</c:v>
                </c:pt>
                <c:pt idx="1863">
                  <c:v>1864</c:v>
                </c:pt>
                <c:pt idx="1864">
                  <c:v>1865</c:v>
                </c:pt>
                <c:pt idx="1865">
                  <c:v>1866</c:v>
                </c:pt>
                <c:pt idx="1866">
                  <c:v>1867</c:v>
                </c:pt>
                <c:pt idx="1867">
                  <c:v>1868</c:v>
                </c:pt>
                <c:pt idx="1868">
                  <c:v>1869</c:v>
                </c:pt>
                <c:pt idx="1869">
                  <c:v>1870</c:v>
                </c:pt>
                <c:pt idx="1870">
                  <c:v>1871</c:v>
                </c:pt>
                <c:pt idx="1871">
                  <c:v>1872</c:v>
                </c:pt>
                <c:pt idx="1872">
                  <c:v>1873</c:v>
                </c:pt>
                <c:pt idx="1873">
                  <c:v>1874</c:v>
                </c:pt>
                <c:pt idx="1874">
                  <c:v>1875</c:v>
                </c:pt>
                <c:pt idx="1875">
                  <c:v>1876</c:v>
                </c:pt>
                <c:pt idx="1876">
                  <c:v>1877</c:v>
                </c:pt>
                <c:pt idx="1877">
                  <c:v>1878</c:v>
                </c:pt>
                <c:pt idx="1878">
                  <c:v>1879</c:v>
                </c:pt>
                <c:pt idx="1879">
                  <c:v>1880</c:v>
                </c:pt>
                <c:pt idx="1880">
                  <c:v>1881</c:v>
                </c:pt>
                <c:pt idx="1881">
                  <c:v>1882</c:v>
                </c:pt>
                <c:pt idx="1882">
                  <c:v>1883</c:v>
                </c:pt>
                <c:pt idx="1883">
                  <c:v>1884</c:v>
                </c:pt>
                <c:pt idx="1884">
                  <c:v>1885</c:v>
                </c:pt>
                <c:pt idx="1885">
                  <c:v>1886</c:v>
                </c:pt>
                <c:pt idx="1886">
                  <c:v>1887</c:v>
                </c:pt>
                <c:pt idx="1887">
                  <c:v>1888</c:v>
                </c:pt>
                <c:pt idx="1888">
                  <c:v>1889</c:v>
                </c:pt>
                <c:pt idx="1889">
                  <c:v>1890</c:v>
                </c:pt>
                <c:pt idx="1890">
                  <c:v>1891</c:v>
                </c:pt>
                <c:pt idx="1891">
                  <c:v>1892</c:v>
                </c:pt>
                <c:pt idx="1892">
                  <c:v>1893</c:v>
                </c:pt>
                <c:pt idx="1893">
                  <c:v>1894</c:v>
                </c:pt>
                <c:pt idx="1894">
                  <c:v>1895</c:v>
                </c:pt>
                <c:pt idx="1895">
                  <c:v>1896</c:v>
                </c:pt>
                <c:pt idx="1896">
                  <c:v>1897</c:v>
                </c:pt>
                <c:pt idx="1897">
                  <c:v>1898</c:v>
                </c:pt>
                <c:pt idx="1898">
                  <c:v>1899</c:v>
                </c:pt>
                <c:pt idx="1899">
                  <c:v>1900</c:v>
                </c:pt>
                <c:pt idx="1900">
                  <c:v>1901</c:v>
                </c:pt>
                <c:pt idx="1901">
                  <c:v>1902</c:v>
                </c:pt>
                <c:pt idx="1902">
                  <c:v>1903</c:v>
                </c:pt>
                <c:pt idx="1903">
                  <c:v>1904</c:v>
                </c:pt>
                <c:pt idx="1904">
                  <c:v>1905</c:v>
                </c:pt>
                <c:pt idx="1905">
                  <c:v>1906</c:v>
                </c:pt>
                <c:pt idx="1906">
                  <c:v>1907</c:v>
                </c:pt>
                <c:pt idx="1907">
                  <c:v>1908</c:v>
                </c:pt>
                <c:pt idx="1908">
                  <c:v>1909</c:v>
                </c:pt>
                <c:pt idx="1909">
                  <c:v>1910</c:v>
                </c:pt>
                <c:pt idx="1910">
                  <c:v>1911</c:v>
                </c:pt>
                <c:pt idx="1911">
                  <c:v>1912</c:v>
                </c:pt>
                <c:pt idx="1912">
                  <c:v>1913</c:v>
                </c:pt>
                <c:pt idx="1913">
                  <c:v>1914</c:v>
                </c:pt>
                <c:pt idx="1914">
                  <c:v>1915</c:v>
                </c:pt>
                <c:pt idx="1915">
                  <c:v>1916</c:v>
                </c:pt>
                <c:pt idx="1916">
                  <c:v>1917</c:v>
                </c:pt>
                <c:pt idx="1917">
                  <c:v>1918</c:v>
                </c:pt>
                <c:pt idx="1918">
                  <c:v>1919</c:v>
                </c:pt>
                <c:pt idx="1919">
                  <c:v>1920</c:v>
                </c:pt>
                <c:pt idx="1920">
                  <c:v>1921</c:v>
                </c:pt>
                <c:pt idx="1921">
                  <c:v>1922</c:v>
                </c:pt>
                <c:pt idx="1922">
                  <c:v>1923</c:v>
                </c:pt>
                <c:pt idx="1923">
                  <c:v>1924</c:v>
                </c:pt>
                <c:pt idx="1924">
                  <c:v>1925</c:v>
                </c:pt>
                <c:pt idx="1925">
                  <c:v>1926</c:v>
                </c:pt>
                <c:pt idx="1926">
                  <c:v>1927</c:v>
                </c:pt>
                <c:pt idx="1927">
                  <c:v>1928</c:v>
                </c:pt>
                <c:pt idx="1928">
                  <c:v>1929</c:v>
                </c:pt>
                <c:pt idx="1929">
                  <c:v>1930</c:v>
                </c:pt>
                <c:pt idx="1930">
                  <c:v>1931</c:v>
                </c:pt>
                <c:pt idx="1931">
                  <c:v>1932</c:v>
                </c:pt>
                <c:pt idx="1932">
                  <c:v>1933</c:v>
                </c:pt>
                <c:pt idx="1933">
                  <c:v>1934</c:v>
                </c:pt>
                <c:pt idx="1934">
                  <c:v>1935</c:v>
                </c:pt>
                <c:pt idx="1935">
                  <c:v>1936</c:v>
                </c:pt>
                <c:pt idx="1936">
                  <c:v>1937</c:v>
                </c:pt>
                <c:pt idx="1937">
                  <c:v>1938</c:v>
                </c:pt>
                <c:pt idx="1938">
                  <c:v>1939</c:v>
                </c:pt>
                <c:pt idx="1939">
                  <c:v>1940</c:v>
                </c:pt>
                <c:pt idx="1940">
                  <c:v>1941</c:v>
                </c:pt>
                <c:pt idx="1941">
                  <c:v>1942</c:v>
                </c:pt>
                <c:pt idx="1942">
                  <c:v>1943</c:v>
                </c:pt>
                <c:pt idx="1943">
                  <c:v>1944</c:v>
                </c:pt>
                <c:pt idx="1944">
                  <c:v>1945</c:v>
                </c:pt>
                <c:pt idx="1945">
                  <c:v>1946</c:v>
                </c:pt>
                <c:pt idx="1946">
                  <c:v>1947</c:v>
                </c:pt>
                <c:pt idx="1947">
                  <c:v>1948</c:v>
                </c:pt>
                <c:pt idx="1948">
                  <c:v>1949</c:v>
                </c:pt>
                <c:pt idx="1949">
                  <c:v>1950</c:v>
                </c:pt>
                <c:pt idx="1950">
                  <c:v>1951</c:v>
                </c:pt>
                <c:pt idx="1951">
                  <c:v>1952</c:v>
                </c:pt>
                <c:pt idx="1952">
                  <c:v>1953</c:v>
                </c:pt>
                <c:pt idx="1953">
                  <c:v>1954</c:v>
                </c:pt>
                <c:pt idx="1954">
                  <c:v>1955</c:v>
                </c:pt>
                <c:pt idx="1955">
                  <c:v>1956</c:v>
                </c:pt>
                <c:pt idx="1956">
                  <c:v>1957</c:v>
                </c:pt>
                <c:pt idx="1957">
                  <c:v>1958</c:v>
                </c:pt>
                <c:pt idx="1958">
                  <c:v>1959</c:v>
                </c:pt>
                <c:pt idx="1959">
                  <c:v>1960</c:v>
                </c:pt>
                <c:pt idx="1960">
                  <c:v>1961</c:v>
                </c:pt>
                <c:pt idx="1961">
                  <c:v>1962</c:v>
                </c:pt>
                <c:pt idx="1962">
                  <c:v>1963</c:v>
                </c:pt>
                <c:pt idx="1963">
                  <c:v>1964</c:v>
                </c:pt>
                <c:pt idx="1964">
                  <c:v>1965</c:v>
                </c:pt>
                <c:pt idx="1965">
                  <c:v>1966</c:v>
                </c:pt>
                <c:pt idx="1966">
                  <c:v>1967</c:v>
                </c:pt>
                <c:pt idx="1967">
                  <c:v>1968</c:v>
                </c:pt>
                <c:pt idx="1968">
                  <c:v>1969</c:v>
                </c:pt>
                <c:pt idx="1969">
                  <c:v>1970</c:v>
                </c:pt>
                <c:pt idx="1970">
                  <c:v>1971</c:v>
                </c:pt>
                <c:pt idx="1971">
                  <c:v>1972</c:v>
                </c:pt>
                <c:pt idx="1972">
                  <c:v>1973</c:v>
                </c:pt>
                <c:pt idx="1973">
                  <c:v>1974</c:v>
                </c:pt>
                <c:pt idx="1974">
                  <c:v>1975</c:v>
                </c:pt>
                <c:pt idx="1975">
                  <c:v>1976</c:v>
                </c:pt>
                <c:pt idx="1976">
                  <c:v>1977</c:v>
                </c:pt>
                <c:pt idx="1977">
                  <c:v>1978</c:v>
                </c:pt>
                <c:pt idx="1978">
                  <c:v>1979</c:v>
                </c:pt>
                <c:pt idx="1979">
                  <c:v>1980</c:v>
                </c:pt>
                <c:pt idx="1980">
                  <c:v>1981</c:v>
                </c:pt>
                <c:pt idx="1981">
                  <c:v>1982</c:v>
                </c:pt>
                <c:pt idx="1982">
                  <c:v>1983</c:v>
                </c:pt>
                <c:pt idx="1983">
                  <c:v>1984</c:v>
                </c:pt>
                <c:pt idx="1984">
                  <c:v>1985</c:v>
                </c:pt>
                <c:pt idx="1985">
                  <c:v>1986</c:v>
                </c:pt>
                <c:pt idx="1986">
                  <c:v>1987</c:v>
                </c:pt>
                <c:pt idx="1987">
                  <c:v>1988</c:v>
                </c:pt>
                <c:pt idx="1988">
                  <c:v>1989</c:v>
                </c:pt>
                <c:pt idx="1989">
                  <c:v>1990</c:v>
                </c:pt>
                <c:pt idx="1990">
                  <c:v>1991</c:v>
                </c:pt>
                <c:pt idx="1991">
                  <c:v>1992</c:v>
                </c:pt>
                <c:pt idx="1992">
                  <c:v>1993</c:v>
                </c:pt>
                <c:pt idx="1993">
                  <c:v>1994</c:v>
                </c:pt>
                <c:pt idx="1994">
                  <c:v>1995</c:v>
                </c:pt>
                <c:pt idx="1995">
                  <c:v>1996</c:v>
                </c:pt>
                <c:pt idx="1996">
                  <c:v>1997</c:v>
                </c:pt>
                <c:pt idx="1997">
                  <c:v>1998</c:v>
                </c:pt>
                <c:pt idx="1998">
                  <c:v>1999</c:v>
                </c:pt>
                <c:pt idx="1999">
                  <c:v>2000</c:v>
                </c:pt>
                <c:pt idx="2000">
                  <c:v>2001</c:v>
                </c:pt>
                <c:pt idx="2001">
                  <c:v>2002</c:v>
                </c:pt>
                <c:pt idx="2002">
                  <c:v>2003</c:v>
                </c:pt>
                <c:pt idx="2003">
                  <c:v>2004</c:v>
                </c:pt>
                <c:pt idx="2004">
                  <c:v>2005</c:v>
                </c:pt>
                <c:pt idx="2005">
                  <c:v>2006</c:v>
                </c:pt>
                <c:pt idx="2006">
                  <c:v>2007</c:v>
                </c:pt>
                <c:pt idx="2007">
                  <c:v>2008</c:v>
                </c:pt>
                <c:pt idx="2008">
                  <c:v>2009</c:v>
                </c:pt>
                <c:pt idx="2009">
                  <c:v>2010</c:v>
                </c:pt>
                <c:pt idx="2010">
                  <c:v>2011</c:v>
                </c:pt>
                <c:pt idx="2011">
                  <c:v>2012</c:v>
                </c:pt>
                <c:pt idx="2012">
                  <c:v>2013</c:v>
                </c:pt>
                <c:pt idx="2013">
                  <c:v>2014</c:v>
                </c:pt>
                <c:pt idx="2014">
                  <c:v>2015</c:v>
                </c:pt>
                <c:pt idx="2015">
                  <c:v>2016</c:v>
                </c:pt>
                <c:pt idx="2016">
                  <c:v>2017</c:v>
                </c:pt>
                <c:pt idx="2017">
                  <c:v>2018</c:v>
                </c:pt>
                <c:pt idx="2018">
                  <c:v>2019</c:v>
                </c:pt>
                <c:pt idx="2019">
                  <c:v>2020</c:v>
                </c:pt>
                <c:pt idx="2020">
                  <c:v>2021</c:v>
                </c:pt>
                <c:pt idx="2021">
                  <c:v>2022</c:v>
                </c:pt>
                <c:pt idx="2022">
                  <c:v>2023</c:v>
                </c:pt>
                <c:pt idx="2023">
                  <c:v>2024</c:v>
                </c:pt>
                <c:pt idx="2024">
                  <c:v>2025</c:v>
                </c:pt>
                <c:pt idx="2025">
                  <c:v>2026</c:v>
                </c:pt>
                <c:pt idx="2026">
                  <c:v>2027</c:v>
                </c:pt>
                <c:pt idx="2027">
                  <c:v>2028</c:v>
                </c:pt>
                <c:pt idx="2028">
                  <c:v>2029</c:v>
                </c:pt>
                <c:pt idx="2029">
                  <c:v>2030</c:v>
                </c:pt>
                <c:pt idx="2030">
                  <c:v>2031</c:v>
                </c:pt>
                <c:pt idx="2031">
                  <c:v>2032</c:v>
                </c:pt>
                <c:pt idx="2032">
                  <c:v>2033</c:v>
                </c:pt>
                <c:pt idx="2033">
                  <c:v>2034</c:v>
                </c:pt>
                <c:pt idx="2034">
                  <c:v>2035</c:v>
                </c:pt>
                <c:pt idx="2035">
                  <c:v>2036</c:v>
                </c:pt>
                <c:pt idx="2036">
                  <c:v>2037</c:v>
                </c:pt>
                <c:pt idx="2037">
                  <c:v>2038</c:v>
                </c:pt>
                <c:pt idx="2038">
                  <c:v>2039</c:v>
                </c:pt>
                <c:pt idx="2039">
                  <c:v>2040</c:v>
                </c:pt>
                <c:pt idx="2040">
                  <c:v>2041</c:v>
                </c:pt>
                <c:pt idx="2041">
                  <c:v>2042</c:v>
                </c:pt>
                <c:pt idx="2042">
                  <c:v>2043</c:v>
                </c:pt>
                <c:pt idx="2043">
                  <c:v>2044</c:v>
                </c:pt>
                <c:pt idx="2044">
                  <c:v>2045</c:v>
                </c:pt>
                <c:pt idx="2045">
                  <c:v>2046</c:v>
                </c:pt>
                <c:pt idx="2046">
                  <c:v>2047</c:v>
                </c:pt>
                <c:pt idx="2047">
                  <c:v>2048</c:v>
                </c:pt>
                <c:pt idx="2048">
                  <c:v>2049</c:v>
                </c:pt>
                <c:pt idx="2049">
                  <c:v>2050</c:v>
                </c:pt>
                <c:pt idx="2050">
                  <c:v>2051</c:v>
                </c:pt>
                <c:pt idx="2051">
                  <c:v>2052</c:v>
                </c:pt>
                <c:pt idx="2052">
                  <c:v>2053</c:v>
                </c:pt>
                <c:pt idx="2053">
                  <c:v>2054</c:v>
                </c:pt>
                <c:pt idx="2054">
                  <c:v>2055</c:v>
                </c:pt>
                <c:pt idx="2055">
                  <c:v>2056</c:v>
                </c:pt>
                <c:pt idx="2056">
                  <c:v>2057</c:v>
                </c:pt>
                <c:pt idx="2057">
                  <c:v>2058</c:v>
                </c:pt>
                <c:pt idx="2058">
                  <c:v>2059</c:v>
                </c:pt>
                <c:pt idx="2059">
                  <c:v>2060</c:v>
                </c:pt>
                <c:pt idx="2060">
                  <c:v>2061</c:v>
                </c:pt>
                <c:pt idx="2061">
                  <c:v>2062</c:v>
                </c:pt>
                <c:pt idx="2062">
                  <c:v>2063</c:v>
                </c:pt>
                <c:pt idx="2063">
                  <c:v>2064</c:v>
                </c:pt>
                <c:pt idx="2064">
                  <c:v>2065</c:v>
                </c:pt>
                <c:pt idx="2065">
                  <c:v>2066</c:v>
                </c:pt>
                <c:pt idx="2066">
                  <c:v>2067</c:v>
                </c:pt>
                <c:pt idx="2067">
                  <c:v>2068</c:v>
                </c:pt>
                <c:pt idx="2068">
                  <c:v>2069</c:v>
                </c:pt>
                <c:pt idx="2069">
                  <c:v>2070</c:v>
                </c:pt>
                <c:pt idx="2070">
                  <c:v>2071</c:v>
                </c:pt>
                <c:pt idx="2071">
                  <c:v>2072</c:v>
                </c:pt>
                <c:pt idx="2072">
                  <c:v>2073</c:v>
                </c:pt>
                <c:pt idx="2073">
                  <c:v>2074</c:v>
                </c:pt>
                <c:pt idx="2074">
                  <c:v>2075</c:v>
                </c:pt>
                <c:pt idx="2075">
                  <c:v>2076</c:v>
                </c:pt>
                <c:pt idx="2076">
                  <c:v>2077</c:v>
                </c:pt>
                <c:pt idx="2077">
                  <c:v>2078</c:v>
                </c:pt>
                <c:pt idx="2078">
                  <c:v>2079</c:v>
                </c:pt>
                <c:pt idx="2079">
                  <c:v>2080</c:v>
                </c:pt>
                <c:pt idx="2080">
                  <c:v>2081</c:v>
                </c:pt>
                <c:pt idx="2081">
                  <c:v>2082</c:v>
                </c:pt>
                <c:pt idx="2082">
                  <c:v>2083</c:v>
                </c:pt>
                <c:pt idx="2083">
                  <c:v>2084</c:v>
                </c:pt>
                <c:pt idx="2084">
                  <c:v>2085</c:v>
                </c:pt>
                <c:pt idx="2085">
                  <c:v>2086</c:v>
                </c:pt>
                <c:pt idx="2086">
                  <c:v>2087</c:v>
                </c:pt>
                <c:pt idx="2087">
                  <c:v>2088</c:v>
                </c:pt>
                <c:pt idx="2088">
                  <c:v>2089</c:v>
                </c:pt>
                <c:pt idx="2089">
                  <c:v>2090</c:v>
                </c:pt>
                <c:pt idx="2090">
                  <c:v>2091</c:v>
                </c:pt>
                <c:pt idx="2091">
                  <c:v>2092</c:v>
                </c:pt>
                <c:pt idx="2092">
                  <c:v>2093</c:v>
                </c:pt>
                <c:pt idx="2093">
                  <c:v>2094</c:v>
                </c:pt>
                <c:pt idx="2094">
                  <c:v>2095</c:v>
                </c:pt>
                <c:pt idx="2095">
                  <c:v>2096</c:v>
                </c:pt>
                <c:pt idx="2096">
                  <c:v>2097</c:v>
                </c:pt>
                <c:pt idx="2097">
                  <c:v>2098</c:v>
                </c:pt>
                <c:pt idx="2098">
                  <c:v>2099</c:v>
                </c:pt>
                <c:pt idx="2099">
                  <c:v>2100</c:v>
                </c:pt>
                <c:pt idx="2100">
                  <c:v>2101</c:v>
                </c:pt>
                <c:pt idx="2101">
                  <c:v>2102</c:v>
                </c:pt>
                <c:pt idx="2102">
                  <c:v>2103</c:v>
                </c:pt>
                <c:pt idx="2103">
                  <c:v>2104</c:v>
                </c:pt>
                <c:pt idx="2104">
                  <c:v>2105</c:v>
                </c:pt>
                <c:pt idx="2105">
                  <c:v>2106</c:v>
                </c:pt>
                <c:pt idx="2106">
                  <c:v>2107</c:v>
                </c:pt>
                <c:pt idx="2107">
                  <c:v>2108</c:v>
                </c:pt>
                <c:pt idx="2108">
                  <c:v>2109</c:v>
                </c:pt>
                <c:pt idx="2109">
                  <c:v>2110</c:v>
                </c:pt>
                <c:pt idx="2110">
                  <c:v>2111</c:v>
                </c:pt>
                <c:pt idx="2111">
                  <c:v>2112</c:v>
                </c:pt>
                <c:pt idx="2112">
                  <c:v>2113</c:v>
                </c:pt>
                <c:pt idx="2113">
                  <c:v>2114</c:v>
                </c:pt>
                <c:pt idx="2114">
                  <c:v>2115</c:v>
                </c:pt>
                <c:pt idx="2115">
                  <c:v>2116</c:v>
                </c:pt>
                <c:pt idx="2116">
                  <c:v>2117</c:v>
                </c:pt>
                <c:pt idx="2117">
                  <c:v>2118</c:v>
                </c:pt>
                <c:pt idx="2118">
                  <c:v>2119</c:v>
                </c:pt>
                <c:pt idx="2119">
                  <c:v>2120</c:v>
                </c:pt>
                <c:pt idx="2120">
                  <c:v>2121</c:v>
                </c:pt>
                <c:pt idx="2121">
                  <c:v>2122</c:v>
                </c:pt>
                <c:pt idx="2122">
                  <c:v>2123</c:v>
                </c:pt>
                <c:pt idx="2123">
                  <c:v>2124</c:v>
                </c:pt>
                <c:pt idx="2124">
                  <c:v>2125</c:v>
                </c:pt>
                <c:pt idx="2125">
                  <c:v>2126</c:v>
                </c:pt>
                <c:pt idx="2126">
                  <c:v>2127</c:v>
                </c:pt>
                <c:pt idx="2127">
                  <c:v>2128</c:v>
                </c:pt>
                <c:pt idx="2128">
                  <c:v>2129</c:v>
                </c:pt>
                <c:pt idx="2129">
                  <c:v>2130</c:v>
                </c:pt>
                <c:pt idx="2130">
                  <c:v>2131</c:v>
                </c:pt>
                <c:pt idx="2131">
                  <c:v>2132</c:v>
                </c:pt>
                <c:pt idx="2132">
                  <c:v>2133</c:v>
                </c:pt>
                <c:pt idx="2133">
                  <c:v>2134</c:v>
                </c:pt>
                <c:pt idx="2134">
                  <c:v>2135</c:v>
                </c:pt>
                <c:pt idx="2135">
                  <c:v>2136</c:v>
                </c:pt>
                <c:pt idx="2136">
                  <c:v>2137</c:v>
                </c:pt>
                <c:pt idx="2137">
                  <c:v>2138</c:v>
                </c:pt>
                <c:pt idx="2138">
                  <c:v>2139</c:v>
                </c:pt>
                <c:pt idx="2139">
                  <c:v>2140</c:v>
                </c:pt>
                <c:pt idx="2140">
                  <c:v>2141</c:v>
                </c:pt>
                <c:pt idx="2141">
                  <c:v>2142</c:v>
                </c:pt>
                <c:pt idx="2142">
                  <c:v>2143</c:v>
                </c:pt>
                <c:pt idx="2143">
                  <c:v>2144</c:v>
                </c:pt>
                <c:pt idx="2144">
                  <c:v>2145</c:v>
                </c:pt>
                <c:pt idx="2145">
                  <c:v>2146</c:v>
                </c:pt>
                <c:pt idx="2146">
                  <c:v>2147</c:v>
                </c:pt>
                <c:pt idx="2147">
                  <c:v>2148</c:v>
                </c:pt>
                <c:pt idx="2148">
                  <c:v>2149</c:v>
                </c:pt>
                <c:pt idx="2149">
                  <c:v>2150</c:v>
                </c:pt>
                <c:pt idx="2150">
                  <c:v>2151</c:v>
                </c:pt>
                <c:pt idx="2151">
                  <c:v>2152</c:v>
                </c:pt>
                <c:pt idx="2152">
                  <c:v>2153</c:v>
                </c:pt>
                <c:pt idx="2153">
                  <c:v>2154</c:v>
                </c:pt>
                <c:pt idx="2154">
                  <c:v>2155</c:v>
                </c:pt>
                <c:pt idx="2155">
                  <c:v>2156</c:v>
                </c:pt>
                <c:pt idx="2156">
                  <c:v>2157</c:v>
                </c:pt>
                <c:pt idx="2157">
                  <c:v>2158</c:v>
                </c:pt>
                <c:pt idx="2158">
                  <c:v>2159</c:v>
                </c:pt>
                <c:pt idx="2159">
                  <c:v>2160</c:v>
                </c:pt>
                <c:pt idx="2160">
                  <c:v>2161</c:v>
                </c:pt>
                <c:pt idx="2161">
                  <c:v>2162</c:v>
                </c:pt>
                <c:pt idx="2162">
                  <c:v>2163</c:v>
                </c:pt>
                <c:pt idx="2163">
                  <c:v>2164</c:v>
                </c:pt>
                <c:pt idx="2164">
                  <c:v>2165</c:v>
                </c:pt>
                <c:pt idx="2165">
                  <c:v>2166</c:v>
                </c:pt>
                <c:pt idx="2166">
                  <c:v>2167</c:v>
                </c:pt>
                <c:pt idx="2167">
                  <c:v>2168</c:v>
                </c:pt>
                <c:pt idx="2168">
                  <c:v>2169</c:v>
                </c:pt>
                <c:pt idx="2169">
                  <c:v>2170</c:v>
                </c:pt>
                <c:pt idx="2170">
                  <c:v>2171</c:v>
                </c:pt>
                <c:pt idx="2171">
                  <c:v>2172</c:v>
                </c:pt>
                <c:pt idx="2172">
                  <c:v>2173</c:v>
                </c:pt>
                <c:pt idx="2173">
                  <c:v>2174</c:v>
                </c:pt>
                <c:pt idx="2174">
                  <c:v>2175</c:v>
                </c:pt>
                <c:pt idx="2175">
                  <c:v>2176</c:v>
                </c:pt>
                <c:pt idx="2176">
                  <c:v>2177</c:v>
                </c:pt>
                <c:pt idx="2177">
                  <c:v>2178</c:v>
                </c:pt>
                <c:pt idx="2178">
                  <c:v>2179</c:v>
                </c:pt>
                <c:pt idx="2179">
                  <c:v>2180</c:v>
                </c:pt>
                <c:pt idx="2180">
                  <c:v>2181</c:v>
                </c:pt>
                <c:pt idx="2181">
                  <c:v>2182</c:v>
                </c:pt>
                <c:pt idx="2182">
                  <c:v>2183</c:v>
                </c:pt>
                <c:pt idx="2183">
                  <c:v>2184</c:v>
                </c:pt>
                <c:pt idx="2184">
                  <c:v>2185</c:v>
                </c:pt>
                <c:pt idx="2185">
                  <c:v>2186</c:v>
                </c:pt>
                <c:pt idx="2186">
                  <c:v>2187</c:v>
                </c:pt>
                <c:pt idx="2187">
                  <c:v>2188</c:v>
                </c:pt>
                <c:pt idx="2188">
                  <c:v>2189</c:v>
                </c:pt>
                <c:pt idx="2189">
                  <c:v>2190</c:v>
                </c:pt>
                <c:pt idx="2190">
                  <c:v>2191</c:v>
                </c:pt>
                <c:pt idx="2191">
                  <c:v>2192</c:v>
                </c:pt>
                <c:pt idx="2192">
                  <c:v>2193</c:v>
                </c:pt>
                <c:pt idx="2193">
                  <c:v>2194</c:v>
                </c:pt>
                <c:pt idx="2194">
                  <c:v>2195</c:v>
                </c:pt>
                <c:pt idx="2195">
                  <c:v>2196</c:v>
                </c:pt>
                <c:pt idx="2196">
                  <c:v>2197</c:v>
                </c:pt>
                <c:pt idx="2197">
                  <c:v>2198</c:v>
                </c:pt>
                <c:pt idx="2198">
                  <c:v>2199</c:v>
                </c:pt>
                <c:pt idx="2199">
                  <c:v>2200</c:v>
                </c:pt>
                <c:pt idx="2200">
                  <c:v>2201</c:v>
                </c:pt>
                <c:pt idx="2201">
                  <c:v>2202</c:v>
                </c:pt>
                <c:pt idx="2202">
                  <c:v>2203</c:v>
                </c:pt>
                <c:pt idx="2203">
                  <c:v>2204</c:v>
                </c:pt>
                <c:pt idx="2204">
                  <c:v>2205</c:v>
                </c:pt>
                <c:pt idx="2205">
                  <c:v>2206</c:v>
                </c:pt>
                <c:pt idx="2206">
                  <c:v>2207</c:v>
                </c:pt>
                <c:pt idx="2207">
                  <c:v>2208</c:v>
                </c:pt>
                <c:pt idx="2208">
                  <c:v>2209</c:v>
                </c:pt>
                <c:pt idx="2209">
                  <c:v>2210</c:v>
                </c:pt>
                <c:pt idx="2210">
                  <c:v>2211</c:v>
                </c:pt>
                <c:pt idx="2211">
                  <c:v>2212</c:v>
                </c:pt>
                <c:pt idx="2212">
                  <c:v>2213</c:v>
                </c:pt>
                <c:pt idx="2213">
                  <c:v>2214</c:v>
                </c:pt>
                <c:pt idx="2214">
                  <c:v>2215</c:v>
                </c:pt>
                <c:pt idx="2215">
                  <c:v>2216</c:v>
                </c:pt>
                <c:pt idx="2216">
                  <c:v>2217</c:v>
                </c:pt>
                <c:pt idx="2217">
                  <c:v>2218</c:v>
                </c:pt>
                <c:pt idx="2218">
                  <c:v>2219</c:v>
                </c:pt>
                <c:pt idx="2219">
                  <c:v>2220</c:v>
                </c:pt>
                <c:pt idx="2220">
                  <c:v>2221</c:v>
                </c:pt>
                <c:pt idx="2221">
                  <c:v>2222</c:v>
                </c:pt>
                <c:pt idx="2222">
                  <c:v>2223</c:v>
                </c:pt>
                <c:pt idx="2223">
                  <c:v>2224</c:v>
                </c:pt>
                <c:pt idx="2224">
                  <c:v>2225</c:v>
                </c:pt>
                <c:pt idx="2225">
                  <c:v>2226</c:v>
                </c:pt>
                <c:pt idx="2226">
                  <c:v>2227</c:v>
                </c:pt>
                <c:pt idx="2227">
                  <c:v>2228</c:v>
                </c:pt>
                <c:pt idx="2228">
                  <c:v>2229</c:v>
                </c:pt>
                <c:pt idx="2229">
                  <c:v>2230</c:v>
                </c:pt>
                <c:pt idx="2230">
                  <c:v>2231</c:v>
                </c:pt>
                <c:pt idx="2231">
                  <c:v>2232</c:v>
                </c:pt>
                <c:pt idx="2232">
                  <c:v>2233</c:v>
                </c:pt>
                <c:pt idx="2233">
                  <c:v>2234</c:v>
                </c:pt>
                <c:pt idx="2234">
                  <c:v>2235</c:v>
                </c:pt>
                <c:pt idx="2235">
                  <c:v>2236</c:v>
                </c:pt>
                <c:pt idx="2236">
                  <c:v>2237</c:v>
                </c:pt>
                <c:pt idx="2237">
                  <c:v>2238</c:v>
                </c:pt>
                <c:pt idx="2238">
                  <c:v>2239</c:v>
                </c:pt>
                <c:pt idx="2239">
                  <c:v>2240</c:v>
                </c:pt>
                <c:pt idx="2240">
                  <c:v>2241</c:v>
                </c:pt>
                <c:pt idx="2241">
                  <c:v>2242</c:v>
                </c:pt>
                <c:pt idx="2242">
                  <c:v>2243</c:v>
                </c:pt>
                <c:pt idx="2243">
                  <c:v>2244</c:v>
                </c:pt>
                <c:pt idx="2244">
                  <c:v>2245</c:v>
                </c:pt>
                <c:pt idx="2245">
                  <c:v>2246</c:v>
                </c:pt>
                <c:pt idx="2246">
                  <c:v>2247</c:v>
                </c:pt>
                <c:pt idx="2247">
                  <c:v>2248</c:v>
                </c:pt>
                <c:pt idx="2248">
                  <c:v>2249</c:v>
                </c:pt>
                <c:pt idx="2249">
                  <c:v>2250</c:v>
                </c:pt>
                <c:pt idx="2250">
                  <c:v>2251</c:v>
                </c:pt>
                <c:pt idx="2251">
                  <c:v>2252</c:v>
                </c:pt>
                <c:pt idx="2252">
                  <c:v>2253</c:v>
                </c:pt>
                <c:pt idx="2253">
                  <c:v>2254</c:v>
                </c:pt>
                <c:pt idx="2254">
                  <c:v>2255</c:v>
                </c:pt>
                <c:pt idx="2255">
                  <c:v>2256</c:v>
                </c:pt>
                <c:pt idx="2256">
                  <c:v>2257</c:v>
                </c:pt>
                <c:pt idx="2257">
                  <c:v>2258</c:v>
                </c:pt>
                <c:pt idx="2258">
                  <c:v>2259</c:v>
                </c:pt>
                <c:pt idx="2259">
                  <c:v>2260</c:v>
                </c:pt>
                <c:pt idx="2260">
                  <c:v>2261</c:v>
                </c:pt>
                <c:pt idx="2261">
                  <c:v>2262</c:v>
                </c:pt>
                <c:pt idx="2262">
                  <c:v>2263</c:v>
                </c:pt>
                <c:pt idx="2263">
                  <c:v>2264</c:v>
                </c:pt>
                <c:pt idx="2264">
                  <c:v>2265</c:v>
                </c:pt>
                <c:pt idx="2265">
                  <c:v>2266</c:v>
                </c:pt>
                <c:pt idx="2266">
                  <c:v>2267</c:v>
                </c:pt>
                <c:pt idx="2267">
                  <c:v>2268</c:v>
                </c:pt>
                <c:pt idx="2268">
                  <c:v>2269</c:v>
                </c:pt>
                <c:pt idx="2269">
                  <c:v>2270</c:v>
                </c:pt>
                <c:pt idx="2270">
                  <c:v>2271</c:v>
                </c:pt>
                <c:pt idx="2271">
                  <c:v>2272</c:v>
                </c:pt>
                <c:pt idx="2272">
                  <c:v>2273</c:v>
                </c:pt>
                <c:pt idx="2273">
                  <c:v>2274</c:v>
                </c:pt>
                <c:pt idx="2274">
                  <c:v>2275</c:v>
                </c:pt>
                <c:pt idx="2275">
                  <c:v>2276</c:v>
                </c:pt>
                <c:pt idx="2276">
                  <c:v>2277</c:v>
                </c:pt>
                <c:pt idx="2277">
                  <c:v>2278</c:v>
                </c:pt>
                <c:pt idx="2278">
                  <c:v>2279</c:v>
                </c:pt>
                <c:pt idx="2279">
                  <c:v>2280</c:v>
                </c:pt>
                <c:pt idx="2280">
                  <c:v>2281</c:v>
                </c:pt>
                <c:pt idx="2281">
                  <c:v>2282</c:v>
                </c:pt>
                <c:pt idx="2282">
                  <c:v>2283</c:v>
                </c:pt>
                <c:pt idx="2283">
                  <c:v>2284</c:v>
                </c:pt>
                <c:pt idx="2284">
                  <c:v>2285</c:v>
                </c:pt>
                <c:pt idx="2285">
                  <c:v>2286</c:v>
                </c:pt>
                <c:pt idx="2286">
                  <c:v>2287</c:v>
                </c:pt>
                <c:pt idx="2287">
                  <c:v>2288</c:v>
                </c:pt>
                <c:pt idx="2288">
                  <c:v>2289</c:v>
                </c:pt>
                <c:pt idx="2289">
                  <c:v>2290</c:v>
                </c:pt>
                <c:pt idx="2290">
                  <c:v>2291</c:v>
                </c:pt>
                <c:pt idx="2291">
                  <c:v>2292</c:v>
                </c:pt>
                <c:pt idx="2292">
                  <c:v>2293</c:v>
                </c:pt>
                <c:pt idx="2293">
                  <c:v>2294</c:v>
                </c:pt>
                <c:pt idx="2294">
                  <c:v>2295</c:v>
                </c:pt>
                <c:pt idx="2295">
                  <c:v>2296</c:v>
                </c:pt>
                <c:pt idx="2296">
                  <c:v>2297</c:v>
                </c:pt>
                <c:pt idx="2297">
                  <c:v>2298</c:v>
                </c:pt>
                <c:pt idx="2298">
                  <c:v>2299</c:v>
                </c:pt>
                <c:pt idx="2299">
                  <c:v>2300</c:v>
                </c:pt>
                <c:pt idx="2300">
                  <c:v>2301</c:v>
                </c:pt>
                <c:pt idx="2301">
                  <c:v>2302</c:v>
                </c:pt>
                <c:pt idx="2302">
                  <c:v>2303</c:v>
                </c:pt>
                <c:pt idx="2303">
                  <c:v>2304</c:v>
                </c:pt>
                <c:pt idx="2304">
                  <c:v>2305</c:v>
                </c:pt>
                <c:pt idx="2305">
                  <c:v>2306</c:v>
                </c:pt>
                <c:pt idx="2306">
                  <c:v>2307</c:v>
                </c:pt>
                <c:pt idx="2307">
                  <c:v>2308</c:v>
                </c:pt>
                <c:pt idx="2308">
                  <c:v>2309</c:v>
                </c:pt>
                <c:pt idx="2309">
                  <c:v>2310</c:v>
                </c:pt>
                <c:pt idx="2310">
                  <c:v>2311</c:v>
                </c:pt>
                <c:pt idx="2311">
                  <c:v>2312</c:v>
                </c:pt>
                <c:pt idx="2312">
                  <c:v>2313</c:v>
                </c:pt>
                <c:pt idx="2313">
                  <c:v>2314</c:v>
                </c:pt>
                <c:pt idx="2314">
                  <c:v>2315</c:v>
                </c:pt>
                <c:pt idx="2315">
                  <c:v>2316</c:v>
                </c:pt>
                <c:pt idx="2316">
                  <c:v>2317</c:v>
                </c:pt>
                <c:pt idx="2317">
                  <c:v>2318</c:v>
                </c:pt>
                <c:pt idx="2318">
                  <c:v>2319</c:v>
                </c:pt>
                <c:pt idx="2319">
                  <c:v>2320</c:v>
                </c:pt>
                <c:pt idx="2320">
                  <c:v>2321</c:v>
                </c:pt>
                <c:pt idx="2321">
                  <c:v>2322</c:v>
                </c:pt>
                <c:pt idx="2322">
                  <c:v>2323</c:v>
                </c:pt>
                <c:pt idx="2323">
                  <c:v>2324</c:v>
                </c:pt>
                <c:pt idx="2324">
                  <c:v>2325</c:v>
                </c:pt>
                <c:pt idx="2325">
                  <c:v>2326</c:v>
                </c:pt>
                <c:pt idx="2326">
                  <c:v>2327</c:v>
                </c:pt>
                <c:pt idx="2327">
                  <c:v>2328</c:v>
                </c:pt>
                <c:pt idx="2328">
                  <c:v>2329</c:v>
                </c:pt>
                <c:pt idx="2329">
                  <c:v>2330</c:v>
                </c:pt>
                <c:pt idx="2330">
                  <c:v>2331</c:v>
                </c:pt>
                <c:pt idx="2331">
                  <c:v>2332</c:v>
                </c:pt>
                <c:pt idx="2332">
                  <c:v>2333</c:v>
                </c:pt>
                <c:pt idx="2333">
                  <c:v>2334</c:v>
                </c:pt>
                <c:pt idx="2334">
                  <c:v>2335</c:v>
                </c:pt>
                <c:pt idx="2335">
                  <c:v>2336</c:v>
                </c:pt>
                <c:pt idx="2336">
                  <c:v>2337</c:v>
                </c:pt>
                <c:pt idx="2337">
                  <c:v>2338</c:v>
                </c:pt>
                <c:pt idx="2338">
                  <c:v>2339</c:v>
                </c:pt>
                <c:pt idx="2339">
                  <c:v>2340</c:v>
                </c:pt>
                <c:pt idx="2340">
                  <c:v>2341</c:v>
                </c:pt>
                <c:pt idx="2341">
                  <c:v>2342</c:v>
                </c:pt>
                <c:pt idx="2342">
                  <c:v>2343</c:v>
                </c:pt>
                <c:pt idx="2343">
                  <c:v>2344</c:v>
                </c:pt>
                <c:pt idx="2344">
                  <c:v>2345</c:v>
                </c:pt>
                <c:pt idx="2345">
                  <c:v>2346</c:v>
                </c:pt>
                <c:pt idx="2346">
                  <c:v>2347</c:v>
                </c:pt>
                <c:pt idx="2347">
                  <c:v>2348</c:v>
                </c:pt>
                <c:pt idx="2348">
                  <c:v>2349</c:v>
                </c:pt>
                <c:pt idx="2349">
                  <c:v>2350</c:v>
                </c:pt>
                <c:pt idx="2350">
                  <c:v>2351</c:v>
                </c:pt>
                <c:pt idx="2351">
                  <c:v>2352</c:v>
                </c:pt>
                <c:pt idx="2352">
                  <c:v>2353</c:v>
                </c:pt>
                <c:pt idx="2353">
                  <c:v>2354</c:v>
                </c:pt>
                <c:pt idx="2354">
                  <c:v>2355</c:v>
                </c:pt>
                <c:pt idx="2355">
                  <c:v>2356</c:v>
                </c:pt>
                <c:pt idx="2356">
                  <c:v>2357</c:v>
                </c:pt>
                <c:pt idx="2357">
                  <c:v>2358</c:v>
                </c:pt>
                <c:pt idx="2358">
                  <c:v>2359</c:v>
                </c:pt>
                <c:pt idx="2359">
                  <c:v>2360</c:v>
                </c:pt>
                <c:pt idx="2360">
                  <c:v>2361</c:v>
                </c:pt>
                <c:pt idx="2361">
                  <c:v>2362</c:v>
                </c:pt>
                <c:pt idx="2362">
                  <c:v>2363</c:v>
                </c:pt>
                <c:pt idx="2363">
                  <c:v>2364</c:v>
                </c:pt>
                <c:pt idx="2364">
                  <c:v>2365</c:v>
                </c:pt>
                <c:pt idx="2365">
                  <c:v>2366</c:v>
                </c:pt>
                <c:pt idx="2366">
                  <c:v>2367</c:v>
                </c:pt>
                <c:pt idx="2367">
                  <c:v>2368</c:v>
                </c:pt>
                <c:pt idx="2368">
                  <c:v>2369</c:v>
                </c:pt>
                <c:pt idx="2369">
                  <c:v>2370</c:v>
                </c:pt>
                <c:pt idx="2370">
                  <c:v>2371</c:v>
                </c:pt>
                <c:pt idx="2371">
                  <c:v>2372</c:v>
                </c:pt>
                <c:pt idx="2372">
                  <c:v>2373</c:v>
                </c:pt>
                <c:pt idx="2373">
                  <c:v>2374</c:v>
                </c:pt>
                <c:pt idx="2374">
                  <c:v>2375</c:v>
                </c:pt>
                <c:pt idx="2375">
                  <c:v>2376</c:v>
                </c:pt>
                <c:pt idx="2376">
                  <c:v>2377</c:v>
                </c:pt>
                <c:pt idx="2377">
                  <c:v>2378</c:v>
                </c:pt>
                <c:pt idx="2378">
                  <c:v>2379</c:v>
                </c:pt>
                <c:pt idx="2379">
                  <c:v>2380</c:v>
                </c:pt>
                <c:pt idx="2380">
                  <c:v>2381</c:v>
                </c:pt>
                <c:pt idx="2381">
                  <c:v>2382</c:v>
                </c:pt>
                <c:pt idx="2382">
                  <c:v>2383</c:v>
                </c:pt>
                <c:pt idx="2383">
                  <c:v>2384</c:v>
                </c:pt>
                <c:pt idx="2384">
                  <c:v>2385</c:v>
                </c:pt>
                <c:pt idx="2385">
                  <c:v>2386</c:v>
                </c:pt>
                <c:pt idx="2386">
                  <c:v>2387</c:v>
                </c:pt>
                <c:pt idx="2387">
                  <c:v>2388</c:v>
                </c:pt>
                <c:pt idx="2388">
                  <c:v>2389</c:v>
                </c:pt>
                <c:pt idx="2389">
                  <c:v>2390</c:v>
                </c:pt>
                <c:pt idx="2390">
                  <c:v>2391</c:v>
                </c:pt>
                <c:pt idx="2391">
                  <c:v>2392</c:v>
                </c:pt>
                <c:pt idx="2392">
                  <c:v>2393</c:v>
                </c:pt>
                <c:pt idx="2393">
                  <c:v>2394</c:v>
                </c:pt>
                <c:pt idx="2394">
                  <c:v>2395</c:v>
                </c:pt>
                <c:pt idx="2395">
                  <c:v>2396</c:v>
                </c:pt>
                <c:pt idx="2396">
                  <c:v>2397</c:v>
                </c:pt>
                <c:pt idx="2397">
                  <c:v>2398</c:v>
                </c:pt>
                <c:pt idx="2398">
                  <c:v>2399</c:v>
                </c:pt>
                <c:pt idx="2399">
                  <c:v>2400</c:v>
                </c:pt>
                <c:pt idx="2400">
                  <c:v>2401</c:v>
                </c:pt>
                <c:pt idx="2401">
                  <c:v>2402</c:v>
                </c:pt>
                <c:pt idx="2402">
                  <c:v>2403</c:v>
                </c:pt>
                <c:pt idx="2403">
                  <c:v>2404</c:v>
                </c:pt>
                <c:pt idx="2404">
                  <c:v>2405</c:v>
                </c:pt>
                <c:pt idx="2405">
                  <c:v>2406</c:v>
                </c:pt>
                <c:pt idx="2406">
                  <c:v>2407</c:v>
                </c:pt>
                <c:pt idx="2407">
                  <c:v>2408</c:v>
                </c:pt>
                <c:pt idx="2408">
                  <c:v>2409</c:v>
                </c:pt>
                <c:pt idx="2409">
                  <c:v>2410</c:v>
                </c:pt>
                <c:pt idx="2410">
                  <c:v>2411</c:v>
                </c:pt>
                <c:pt idx="2411">
                  <c:v>2412</c:v>
                </c:pt>
                <c:pt idx="2412">
                  <c:v>2413</c:v>
                </c:pt>
                <c:pt idx="2413">
                  <c:v>2414</c:v>
                </c:pt>
                <c:pt idx="2414">
                  <c:v>2415</c:v>
                </c:pt>
                <c:pt idx="2415">
                  <c:v>2416</c:v>
                </c:pt>
                <c:pt idx="2416">
                  <c:v>2417</c:v>
                </c:pt>
                <c:pt idx="2417">
                  <c:v>2418</c:v>
                </c:pt>
                <c:pt idx="2418">
                  <c:v>2419</c:v>
                </c:pt>
                <c:pt idx="2419">
                  <c:v>2420</c:v>
                </c:pt>
                <c:pt idx="2420">
                  <c:v>2421</c:v>
                </c:pt>
                <c:pt idx="2421">
                  <c:v>2422</c:v>
                </c:pt>
                <c:pt idx="2422">
                  <c:v>2423</c:v>
                </c:pt>
                <c:pt idx="2423">
                  <c:v>2424</c:v>
                </c:pt>
                <c:pt idx="2424">
                  <c:v>2425</c:v>
                </c:pt>
                <c:pt idx="2425">
                  <c:v>2426</c:v>
                </c:pt>
                <c:pt idx="2426">
                  <c:v>2427</c:v>
                </c:pt>
                <c:pt idx="2427">
                  <c:v>2428</c:v>
                </c:pt>
                <c:pt idx="2428">
                  <c:v>2429</c:v>
                </c:pt>
                <c:pt idx="2429">
                  <c:v>2430</c:v>
                </c:pt>
                <c:pt idx="2430">
                  <c:v>2431</c:v>
                </c:pt>
                <c:pt idx="2431">
                  <c:v>2432</c:v>
                </c:pt>
                <c:pt idx="2432">
                  <c:v>2433</c:v>
                </c:pt>
                <c:pt idx="2433">
                  <c:v>2434</c:v>
                </c:pt>
                <c:pt idx="2434">
                  <c:v>2435</c:v>
                </c:pt>
                <c:pt idx="2435">
                  <c:v>2436</c:v>
                </c:pt>
                <c:pt idx="2436">
                  <c:v>2437</c:v>
                </c:pt>
                <c:pt idx="2437">
                  <c:v>2438</c:v>
                </c:pt>
                <c:pt idx="2438">
                  <c:v>2439</c:v>
                </c:pt>
                <c:pt idx="2439">
                  <c:v>2440</c:v>
                </c:pt>
                <c:pt idx="2440">
                  <c:v>2441</c:v>
                </c:pt>
                <c:pt idx="2441">
                  <c:v>2442</c:v>
                </c:pt>
                <c:pt idx="2442">
                  <c:v>2443</c:v>
                </c:pt>
                <c:pt idx="2443">
                  <c:v>2444</c:v>
                </c:pt>
                <c:pt idx="2444">
                  <c:v>2445</c:v>
                </c:pt>
                <c:pt idx="2445">
                  <c:v>2446</c:v>
                </c:pt>
                <c:pt idx="2446">
                  <c:v>2447</c:v>
                </c:pt>
                <c:pt idx="2447">
                  <c:v>2448</c:v>
                </c:pt>
                <c:pt idx="2448">
                  <c:v>2449</c:v>
                </c:pt>
                <c:pt idx="2449">
                  <c:v>2450</c:v>
                </c:pt>
                <c:pt idx="2450">
                  <c:v>2451</c:v>
                </c:pt>
                <c:pt idx="2451">
                  <c:v>2452</c:v>
                </c:pt>
                <c:pt idx="2452">
                  <c:v>2453</c:v>
                </c:pt>
                <c:pt idx="2453">
                  <c:v>2454</c:v>
                </c:pt>
                <c:pt idx="2454">
                  <c:v>2455</c:v>
                </c:pt>
                <c:pt idx="2455">
                  <c:v>2456</c:v>
                </c:pt>
                <c:pt idx="2456">
                  <c:v>2457</c:v>
                </c:pt>
                <c:pt idx="2457">
                  <c:v>2458</c:v>
                </c:pt>
                <c:pt idx="2458">
                  <c:v>2459</c:v>
                </c:pt>
                <c:pt idx="2459">
                  <c:v>2460</c:v>
                </c:pt>
                <c:pt idx="2460">
                  <c:v>2461</c:v>
                </c:pt>
                <c:pt idx="2461">
                  <c:v>2462</c:v>
                </c:pt>
                <c:pt idx="2462">
                  <c:v>2463</c:v>
                </c:pt>
                <c:pt idx="2463">
                  <c:v>2464</c:v>
                </c:pt>
                <c:pt idx="2464">
                  <c:v>2465</c:v>
                </c:pt>
                <c:pt idx="2465">
                  <c:v>2466</c:v>
                </c:pt>
                <c:pt idx="2466">
                  <c:v>2467</c:v>
                </c:pt>
                <c:pt idx="2467">
                  <c:v>2468</c:v>
                </c:pt>
                <c:pt idx="2468">
                  <c:v>2469</c:v>
                </c:pt>
                <c:pt idx="2469">
                  <c:v>2470</c:v>
                </c:pt>
                <c:pt idx="2470">
                  <c:v>2471</c:v>
                </c:pt>
                <c:pt idx="2471">
                  <c:v>2472</c:v>
                </c:pt>
                <c:pt idx="2472">
                  <c:v>2473</c:v>
                </c:pt>
                <c:pt idx="2473">
                  <c:v>2474</c:v>
                </c:pt>
                <c:pt idx="2474">
                  <c:v>2475</c:v>
                </c:pt>
                <c:pt idx="2475">
                  <c:v>2476</c:v>
                </c:pt>
                <c:pt idx="2476">
                  <c:v>2477</c:v>
                </c:pt>
                <c:pt idx="2477">
                  <c:v>2478</c:v>
                </c:pt>
                <c:pt idx="2478">
                  <c:v>2479</c:v>
                </c:pt>
                <c:pt idx="2479">
                  <c:v>2480</c:v>
                </c:pt>
                <c:pt idx="2480">
                  <c:v>2481</c:v>
                </c:pt>
                <c:pt idx="2481">
                  <c:v>2482</c:v>
                </c:pt>
                <c:pt idx="2482">
                  <c:v>2483</c:v>
                </c:pt>
                <c:pt idx="2483">
                  <c:v>2484</c:v>
                </c:pt>
                <c:pt idx="2484">
                  <c:v>2485</c:v>
                </c:pt>
                <c:pt idx="2485">
                  <c:v>2486</c:v>
                </c:pt>
                <c:pt idx="2486">
                  <c:v>2487</c:v>
                </c:pt>
                <c:pt idx="2487">
                  <c:v>2488</c:v>
                </c:pt>
                <c:pt idx="2488">
                  <c:v>2489</c:v>
                </c:pt>
                <c:pt idx="2489">
                  <c:v>2490</c:v>
                </c:pt>
                <c:pt idx="2490">
                  <c:v>2491</c:v>
                </c:pt>
                <c:pt idx="2491">
                  <c:v>2492</c:v>
                </c:pt>
                <c:pt idx="2492">
                  <c:v>2493</c:v>
                </c:pt>
                <c:pt idx="2493">
                  <c:v>2494</c:v>
                </c:pt>
                <c:pt idx="2494">
                  <c:v>2495</c:v>
                </c:pt>
                <c:pt idx="2495">
                  <c:v>2496</c:v>
                </c:pt>
                <c:pt idx="2496">
                  <c:v>2497</c:v>
                </c:pt>
                <c:pt idx="2497">
                  <c:v>2498</c:v>
                </c:pt>
                <c:pt idx="2498">
                  <c:v>2499</c:v>
                </c:pt>
                <c:pt idx="2499">
                  <c:v>2500</c:v>
                </c:pt>
                <c:pt idx="2500">
                  <c:v>2501</c:v>
                </c:pt>
                <c:pt idx="2501">
                  <c:v>2502</c:v>
                </c:pt>
                <c:pt idx="2502">
                  <c:v>2503</c:v>
                </c:pt>
                <c:pt idx="2503">
                  <c:v>2504</c:v>
                </c:pt>
                <c:pt idx="2504">
                  <c:v>2505</c:v>
                </c:pt>
                <c:pt idx="2505">
                  <c:v>2506</c:v>
                </c:pt>
                <c:pt idx="2506">
                  <c:v>2507</c:v>
                </c:pt>
                <c:pt idx="2507">
                  <c:v>2508</c:v>
                </c:pt>
                <c:pt idx="2508">
                  <c:v>2509</c:v>
                </c:pt>
                <c:pt idx="2509">
                  <c:v>2510</c:v>
                </c:pt>
                <c:pt idx="2510">
                  <c:v>2511</c:v>
                </c:pt>
                <c:pt idx="2511">
                  <c:v>2512</c:v>
                </c:pt>
                <c:pt idx="2512">
                  <c:v>2513</c:v>
                </c:pt>
                <c:pt idx="2513">
                  <c:v>2514</c:v>
                </c:pt>
                <c:pt idx="2514">
                  <c:v>2515</c:v>
                </c:pt>
                <c:pt idx="2515">
                  <c:v>2516</c:v>
                </c:pt>
                <c:pt idx="2516">
                  <c:v>2517</c:v>
                </c:pt>
                <c:pt idx="2517">
                  <c:v>2518</c:v>
                </c:pt>
                <c:pt idx="2518">
                  <c:v>2519</c:v>
                </c:pt>
                <c:pt idx="2519">
                  <c:v>2520</c:v>
                </c:pt>
                <c:pt idx="2520">
                  <c:v>2521</c:v>
                </c:pt>
                <c:pt idx="2521">
                  <c:v>2522</c:v>
                </c:pt>
                <c:pt idx="2522">
                  <c:v>2523</c:v>
                </c:pt>
                <c:pt idx="2523">
                  <c:v>2524</c:v>
                </c:pt>
                <c:pt idx="2524">
                  <c:v>2525</c:v>
                </c:pt>
                <c:pt idx="2525">
                  <c:v>2526</c:v>
                </c:pt>
                <c:pt idx="2526">
                  <c:v>2527</c:v>
                </c:pt>
                <c:pt idx="2527">
                  <c:v>2528</c:v>
                </c:pt>
                <c:pt idx="2528">
                  <c:v>2529</c:v>
                </c:pt>
                <c:pt idx="2529">
                  <c:v>2530</c:v>
                </c:pt>
                <c:pt idx="2530">
                  <c:v>2531</c:v>
                </c:pt>
                <c:pt idx="2531">
                  <c:v>2532</c:v>
                </c:pt>
                <c:pt idx="2532">
                  <c:v>2533</c:v>
                </c:pt>
                <c:pt idx="2533">
                  <c:v>2534</c:v>
                </c:pt>
                <c:pt idx="2534">
                  <c:v>2535</c:v>
                </c:pt>
                <c:pt idx="2535">
                  <c:v>2536</c:v>
                </c:pt>
                <c:pt idx="2536">
                  <c:v>2537</c:v>
                </c:pt>
                <c:pt idx="2537">
                  <c:v>2538</c:v>
                </c:pt>
                <c:pt idx="2538">
                  <c:v>2539</c:v>
                </c:pt>
                <c:pt idx="2539">
                  <c:v>2540</c:v>
                </c:pt>
                <c:pt idx="2540">
                  <c:v>2541</c:v>
                </c:pt>
                <c:pt idx="2541">
                  <c:v>2542</c:v>
                </c:pt>
                <c:pt idx="2542">
                  <c:v>2543</c:v>
                </c:pt>
                <c:pt idx="2543">
                  <c:v>2544</c:v>
                </c:pt>
                <c:pt idx="2544">
                  <c:v>2545</c:v>
                </c:pt>
                <c:pt idx="2545">
                  <c:v>2546</c:v>
                </c:pt>
                <c:pt idx="2546">
                  <c:v>2547</c:v>
                </c:pt>
                <c:pt idx="2547">
                  <c:v>2548</c:v>
                </c:pt>
                <c:pt idx="2548">
                  <c:v>2549</c:v>
                </c:pt>
                <c:pt idx="2549">
                  <c:v>2550</c:v>
                </c:pt>
                <c:pt idx="2550">
                  <c:v>2551</c:v>
                </c:pt>
                <c:pt idx="2551">
                  <c:v>2552</c:v>
                </c:pt>
                <c:pt idx="2552">
                  <c:v>2553</c:v>
                </c:pt>
                <c:pt idx="2553">
                  <c:v>2554</c:v>
                </c:pt>
                <c:pt idx="2554">
                  <c:v>2555</c:v>
                </c:pt>
                <c:pt idx="2555">
                  <c:v>2556</c:v>
                </c:pt>
                <c:pt idx="2556">
                  <c:v>2557</c:v>
                </c:pt>
                <c:pt idx="2557">
                  <c:v>2558</c:v>
                </c:pt>
                <c:pt idx="2558">
                  <c:v>2559</c:v>
                </c:pt>
                <c:pt idx="2559">
                  <c:v>2560</c:v>
                </c:pt>
                <c:pt idx="2560">
                  <c:v>2561</c:v>
                </c:pt>
                <c:pt idx="2561">
                  <c:v>2562</c:v>
                </c:pt>
                <c:pt idx="2562">
                  <c:v>2563</c:v>
                </c:pt>
                <c:pt idx="2563">
                  <c:v>2564</c:v>
                </c:pt>
                <c:pt idx="2564">
                  <c:v>2565</c:v>
                </c:pt>
                <c:pt idx="2565">
                  <c:v>2566</c:v>
                </c:pt>
                <c:pt idx="2566">
                  <c:v>2567</c:v>
                </c:pt>
                <c:pt idx="2567">
                  <c:v>2568</c:v>
                </c:pt>
                <c:pt idx="2568">
                  <c:v>2569</c:v>
                </c:pt>
                <c:pt idx="2569">
                  <c:v>2570</c:v>
                </c:pt>
                <c:pt idx="2570">
                  <c:v>2571</c:v>
                </c:pt>
                <c:pt idx="2571">
                  <c:v>2572</c:v>
                </c:pt>
                <c:pt idx="2572">
                  <c:v>2573</c:v>
                </c:pt>
                <c:pt idx="2573">
                  <c:v>2574</c:v>
                </c:pt>
                <c:pt idx="2574">
                  <c:v>2575</c:v>
                </c:pt>
                <c:pt idx="2575">
                  <c:v>2576</c:v>
                </c:pt>
                <c:pt idx="2576">
                  <c:v>2577</c:v>
                </c:pt>
                <c:pt idx="2577">
                  <c:v>2578</c:v>
                </c:pt>
                <c:pt idx="2578">
                  <c:v>2579</c:v>
                </c:pt>
                <c:pt idx="2579">
                  <c:v>2580</c:v>
                </c:pt>
                <c:pt idx="2580">
                  <c:v>2581</c:v>
                </c:pt>
                <c:pt idx="2581">
                  <c:v>2582</c:v>
                </c:pt>
                <c:pt idx="2582">
                  <c:v>2583</c:v>
                </c:pt>
                <c:pt idx="2583">
                  <c:v>2584</c:v>
                </c:pt>
                <c:pt idx="2584">
                  <c:v>2585</c:v>
                </c:pt>
                <c:pt idx="2585">
                  <c:v>2586</c:v>
                </c:pt>
                <c:pt idx="2586">
                  <c:v>2587</c:v>
                </c:pt>
                <c:pt idx="2587">
                  <c:v>2588</c:v>
                </c:pt>
                <c:pt idx="2588">
                  <c:v>2589</c:v>
                </c:pt>
                <c:pt idx="2589">
                  <c:v>2590</c:v>
                </c:pt>
                <c:pt idx="2590">
                  <c:v>2591</c:v>
                </c:pt>
                <c:pt idx="2591">
                  <c:v>2592</c:v>
                </c:pt>
                <c:pt idx="2592">
                  <c:v>2593</c:v>
                </c:pt>
                <c:pt idx="2593">
                  <c:v>2594</c:v>
                </c:pt>
                <c:pt idx="2594">
                  <c:v>2595</c:v>
                </c:pt>
                <c:pt idx="2595">
                  <c:v>2596</c:v>
                </c:pt>
                <c:pt idx="2596">
                  <c:v>2597</c:v>
                </c:pt>
                <c:pt idx="2597">
                  <c:v>2598</c:v>
                </c:pt>
                <c:pt idx="2598">
                  <c:v>2599</c:v>
                </c:pt>
                <c:pt idx="2599">
                  <c:v>2600</c:v>
                </c:pt>
                <c:pt idx="2600">
                  <c:v>2601</c:v>
                </c:pt>
                <c:pt idx="2601">
                  <c:v>2602</c:v>
                </c:pt>
                <c:pt idx="2602">
                  <c:v>2603</c:v>
                </c:pt>
                <c:pt idx="2603">
                  <c:v>2604</c:v>
                </c:pt>
                <c:pt idx="2604">
                  <c:v>2605</c:v>
                </c:pt>
                <c:pt idx="2605">
                  <c:v>2606</c:v>
                </c:pt>
                <c:pt idx="2606">
                  <c:v>2607</c:v>
                </c:pt>
                <c:pt idx="2607">
                  <c:v>2608</c:v>
                </c:pt>
                <c:pt idx="2608">
                  <c:v>2609</c:v>
                </c:pt>
                <c:pt idx="2609">
                  <c:v>2610</c:v>
                </c:pt>
                <c:pt idx="2610">
                  <c:v>2611</c:v>
                </c:pt>
                <c:pt idx="2611">
                  <c:v>2612</c:v>
                </c:pt>
                <c:pt idx="2612">
                  <c:v>2613</c:v>
                </c:pt>
                <c:pt idx="2613">
                  <c:v>2614</c:v>
                </c:pt>
                <c:pt idx="2614">
                  <c:v>2615</c:v>
                </c:pt>
                <c:pt idx="2615">
                  <c:v>2616</c:v>
                </c:pt>
                <c:pt idx="2616">
                  <c:v>2617</c:v>
                </c:pt>
                <c:pt idx="2617">
                  <c:v>2618</c:v>
                </c:pt>
                <c:pt idx="2618">
                  <c:v>2619</c:v>
                </c:pt>
                <c:pt idx="2619">
                  <c:v>2620</c:v>
                </c:pt>
                <c:pt idx="2620">
                  <c:v>2621</c:v>
                </c:pt>
                <c:pt idx="2621">
                  <c:v>2622</c:v>
                </c:pt>
                <c:pt idx="2622">
                  <c:v>2623</c:v>
                </c:pt>
                <c:pt idx="2623">
                  <c:v>2624</c:v>
                </c:pt>
                <c:pt idx="2624">
                  <c:v>2625</c:v>
                </c:pt>
                <c:pt idx="2625">
                  <c:v>2626</c:v>
                </c:pt>
                <c:pt idx="2626">
                  <c:v>2627</c:v>
                </c:pt>
                <c:pt idx="2627">
                  <c:v>2628</c:v>
                </c:pt>
                <c:pt idx="2628">
                  <c:v>2629</c:v>
                </c:pt>
                <c:pt idx="2629">
                  <c:v>2630</c:v>
                </c:pt>
                <c:pt idx="2630">
                  <c:v>2631</c:v>
                </c:pt>
                <c:pt idx="2631">
                  <c:v>2632</c:v>
                </c:pt>
                <c:pt idx="2632">
                  <c:v>2633</c:v>
                </c:pt>
                <c:pt idx="2633">
                  <c:v>2634</c:v>
                </c:pt>
                <c:pt idx="2634">
                  <c:v>2635</c:v>
                </c:pt>
                <c:pt idx="2635">
                  <c:v>2636</c:v>
                </c:pt>
                <c:pt idx="2636">
                  <c:v>2637</c:v>
                </c:pt>
                <c:pt idx="2637">
                  <c:v>2638</c:v>
                </c:pt>
                <c:pt idx="2638">
                  <c:v>2639</c:v>
                </c:pt>
                <c:pt idx="2639">
                  <c:v>2640</c:v>
                </c:pt>
                <c:pt idx="2640">
                  <c:v>2641</c:v>
                </c:pt>
                <c:pt idx="2641">
                  <c:v>2642</c:v>
                </c:pt>
                <c:pt idx="2642">
                  <c:v>2643</c:v>
                </c:pt>
                <c:pt idx="2643">
                  <c:v>2644</c:v>
                </c:pt>
                <c:pt idx="2644">
                  <c:v>2645</c:v>
                </c:pt>
                <c:pt idx="2645">
                  <c:v>2646</c:v>
                </c:pt>
                <c:pt idx="2646">
                  <c:v>2647</c:v>
                </c:pt>
                <c:pt idx="2647">
                  <c:v>2648</c:v>
                </c:pt>
                <c:pt idx="2648">
                  <c:v>2649</c:v>
                </c:pt>
                <c:pt idx="2649">
                  <c:v>2650</c:v>
                </c:pt>
                <c:pt idx="2650">
                  <c:v>2651</c:v>
                </c:pt>
                <c:pt idx="2651">
                  <c:v>2652</c:v>
                </c:pt>
                <c:pt idx="2652">
                  <c:v>2653</c:v>
                </c:pt>
                <c:pt idx="2653">
                  <c:v>2654</c:v>
                </c:pt>
                <c:pt idx="2654">
                  <c:v>2655</c:v>
                </c:pt>
                <c:pt idx="2655">
                  <c:v>2656</c:v>
                </c:pt>
                <c:pt idx="2656">
                  <c:v>2657</c:v>
                </c:pt>
                <c:pt idx="2657">
                  <c:v>2658</c:v>
                </c:pt>
                <c:pt idx="2658">
                  <c:v>2659</c:v>
                </c:pt>
                <c:pt idx="2659">
                  <c:v>2660</c:v>
                </c:pt>
                <c:pt idx="2660">
                  <c:v>2661</c:v>
                </c:pt>
                <c:pt idx="2661">
                  <c:v>2662</c:v>
                </c:pt>
                <c:pt idx="2662">
                  <c:v>2663</c:v>
                </c:pt>
                <c:pt idx="2663">
                  <c:v>2664</c:v>
                </c:pt>
                <c:pt idx="2664">
                  <c:v>2665</c:v>
                </c:pt>
                <c:pt idx="2665">
                  <c:v>2666</c:v>
                </c:pt>
                <c:pt idx="2666">
                  <c:v>2667</c:v>
                </c:pt>
                <c:pt idx="2667">
                  <c:v>2668</c:v>
                </c:pt>
                <c:pt idx="2668">
                  <c:v>2669</c:v>
                </c:pt>
                <c:pt idx="2669">
                  <c:v>2670</c:v>
                </c:pt>
                <c:pt idx="2670">
                  <c:v>2671</c:v>
                </c:pt>
                <c:pt idx="2671">
                  <c:v>2672</c:v>
                </c:pt>
                <c:pt idx="2672">
                  <c:v>2673</c:v>
                </c:pt>
                <c:pt idx="2673">
                  <c:v>2674</c:v>
                </c:pt>
                <c:pt idx="2674">
                  <c:v>2675</c:v>
                </c:pt>
                <c:pt idx="2675">
                  <c:v>2676</c:v>
                </c:pt>
                <c:pt idx="2676">
                  <c:v>2677</c:v>
                </c:pt>
                <c:pt idx="2677">
                  <c:v>2678</c:v>
                </c:pt>
                <c:pt idx="2678">
                  <c:v>2679</c:v>
                </c:pt>
                <c:pt idx="2679">
                  <c:v>2680</c:v>
                </c:pt>
                <c:pt idx="2680">
                  <c:v>2681</c:v>
                </c:pt>
                <c:pt idx="2681">
                  <c:v>2682</c:v>
                </c:pt>
                <c:pt idx="2682">
                  <c:v>2683</c:v>
                </c:pt>
                <c:pt idx="2683">
                  <c:v>2684</c:v>
                </c:pt>
                <c:pt idx="2684">
                  <c:v>2685</c:v>
                </c:pt>
                <c:pt idx="2685">
                  <c:v>2686</c:v>
                </c:pt>
                <c:pt idx="2686">
                  <c:v>2687</c:v>
                </c:pt>
                <c:pt idx="2687">
                  <c:v>2688</c:v>
                </c:pt>
                <c:pt idx="2688">
                  <c:v>2689</c:v>
                </c:pt>
                <c:pt idx="2689">
                  <c:v>2690</c:v>
                </c:pt>
                <c:pt idx="2690">
                  <c:v>2691</c:v>
                </c:pt>
                <c:pt idx="2691">
                  <c:v>2692</c:v>
                </c:pt>
                <c:pt idx="2692">
                  <c:v>2693</c:v>
                </c:pt>
                <c:pt idx="2693">
                  <c:v>2694</c:v>
                </c:pt>
                <c:pt idx="2694">
                  <c:v>2695</c:v>
                </c:pt>
                <c:pt idx="2695">
                  <c:v>2696</c:v>
                </c:pt>
                <c:pt idx="2696">
                  <c:v>2697</c:v>
                </c:pt>
                <c:pt idx="2697">
                  <c:v>2698</c:v>
                </c:pt>
                <c:pt idx="2698">
                  <c:v>2699</c:v>
                </c:pt>
                <c:pt idx="2699">
                  <c:v>2700</c:v>
                </c:pt>
                <c:pt idx="2700">
                  <c:v>2701</c:v>
                </c:pt>
                <c:pt idx="2701">
                  <c:v>2702</c:v>
                </c:pt>
                <c:pt idx="2702">
                  <c:v>2703</c:v>
                </c:pt>
                <c:pt idx="2703">
                  <c:v>2704</c:v>
                </c:pt>
                <c:pt idx="2704">
                  <c:v>2705</c:v>
                </c:pt>
                <c:pt idx="2705">
                  <c:v>2706</c:v>
                </c:pt>
                <c:pt idx="2706">
                  <c:v>2707</c:v>
                </c:pt>
                <c:pt idx="2707">
                  <c:v>2708</c:v>
                </c:pt>
                <c:pt idx="2708">
                  <c:v>2709</c:v>
                </c:pt>
                <c:pt idx="2709">
                  <c:v>2710</c:v>
                </c:pt>
                <c:pt idx="2710">
                  <c:v>2711</c:v>
                </c:pt>
                <c:pt idx="2711">
                  <c:v>2712</c:v>
                </c:pt>
                <c:pt idx="2712">
                  <c:v>2713</c:v>
                </c:pt>
                <c:pt idx="2713">
                  <c:v>2714</c:v>
                </c:pt>
                <c:pt idx="2714">
                  <c:v>2715</c:v>
                </c:pt>
                <c:pt idx="2715">
                  <c:v>2716</c:v>
                </c:pt>
                <c:pt idx="2716">
                  <c:v>2717</c:v>
                </c:pt>
                <c:pt idx="2717">
                  <c:v>2718</c:v>
                </c:pt>
                <c:pt idx="2718">
                  <c:v>2719</c:v>
                </c:pt>
                <c:pt idx="2719">
                  <c:v>2720</c:v>
                </c:pt>
                <c:pt idx="2720">
                  <c:v>2721</c:v>
                </c:pt>
                <c:pt idx="2721">
                  <c:v>2722</c:v>
                </c:pt>
                <c:pt idx="2722">
                  <c:v>2723</c:v>
                </c:pt>
                <c:pt idx="2723">
                  <c:v>2724</c:v>
                </c:pt>
                <c:pt idx="2724">
                  <c:v>2725</c:v>
                </c:pt>
                <c:pt idx="2725">
                  <c:v>2726</c:v>
                </c:pt>
                <c:pt idx="2726">
                  <c:v>2727</c:v>
                </c:pt>
                <c:pt idx="2727">
                  <c:v>2728</c:v>
                </c:pt>
                <c:pt idx="2728">
                  <c:v>2729</c:v>
                </c:pt>
                <c:pt idx="2729">
                  <c:v>2730</c:v>
                </c:pt>
                <c:pt idx="2730">
                  <c:v>2731</c:v>
                </c:pt>
                <c:pt idx="2731">
                  <c:v>2732</c:v>
                </c:pt>
                <c:pt idx="2732">
                  <c:v>2733</c:v>
                </c:pt>
                <c:pt idx="2733">
                  <c:v>2734</c:v>
                </c:pt>
                <c:pt idx="2734">
                  <c:v>2735</c:v>
                </c:pt>
                <c:pt idx="2735">
                  <c:v>2736</c:v>
                </c:pt>
                <c:pt idx="2736">
                  <c:v>2737</c:v>
                </c:pt>
                <c:pt idx="2737">
                  <c:v>2738</c:v>
                </c:pt>
                <c:pt idx="2738">
                  <c:v>2739</c:v>
                </c:pt>
                <c:pt idx="2739">
                  <c:v>2740</c:v>
                </c:pt>
                <c:pt idx="2740">
                  <c:v>2741</c:v>
                </c:pt>
                <c:pt idx="2741">
                  <c:v>2742</c:v>
                </c:pt>
                <c:pt idx="2742">
                  <c:v>2743</c:v>
                </c:pt>
                <c:pt idx="2743">
                  <c:v>2744</c:v>
                </c:pt>
                <c:pt idx="2744">
                  <c:v>2745</c:v>
                </c:pt>
                <c:pt idx="2745">
                  <c:v>2746</c:v>
                </c:pt>
                <c:pt idx="2746">
                  <c:v>2747</c:v>
                </c:pt>
                <c:pt idx="2747">
                  <c:v>2748</c:v>
                </c:pt>
                <c:pt idx="2748">
                  <c:v>2749</c:v>
                </c:pt>
                <c:pt idx="2749">
                  <c:v>2750</c:v>
                </c:pt>
                <c:pt idx="2750">
                  <c:v>2751</c:v>
                </c:pt>
                <c:pt idx="2751">
                  <c:v>2752</c:v>
                </c:pt>
                <c:pt idx="2752">
                  <c:v>2753</c:v>
                </c:pt>
                <c:pt idx="2753">
                  <c:v>2754</c:v>
                </c:pt>
                <c:pt idx="2754">
                  <c:v>2755</c:v>
                </c:pt>
                <c:pt idx="2755">
                  <c:v>2756</c:v>
                </c:pt>
                <c:pt idx="2756">
                  <c:v>2757</c:v>
                </c:pt>
                <c:pt idx="2757">
                  <c:v>2758</c:v>
                </c:pt>
                <c:pt idx="2758">
                  <c:v>2759</c:v>
                </c:pt>
                <c:pt idx="2759">
                  <c:v>2760</c:v>
                </c:pt>
                <c:pt idx="2760">
                  <c:v>2761</c:v>
                </c:pt>
                <c:pt idx="2761">
                  <c:v>2762</c:v>
                </c:pt>
                <c:pt idx="2762">
                  <c:v>2763</c:v>
                </c:pt>
                <c:pt idx="2763">
                  <c:v>2764</c:v>
                </c:pt>
                <c:pt idx="2764">
                  <c:v>2765</c:v>
                </c:pt>
                <c:pt idx="2765">
                  <c:v>2766</c:v>
                </c:pt>
                <c:pt idx="2766">
                  <c:v>2767</c:v>
                </c:pt>
                <c:pt idx="2767">
                  <c:v>2768</c:v>
                </c:pt>
                <c:pt idx="2768">
                  <c:v>2769</c:v>
                </c:pt>
                <c:pt idx="2769">
                  <c:v>2770</c:v>
                </c:pt>
                <c:pt idx="2770">
                  <c:v>2771</c:v>
                </c:pt>
                <c:pt idx="2771">
                  <c:v>2772</c:v>
                </c:pt>
                <c:pt idx="2772">
                  <c:v>2773</c:v>
                </c:pt>
                <c:pt idx="2773">
                  <c:v>2774</c:v>
                </c:pt>
                <c:pt idx="2774">
                  <c:v>2775</c:v>
                </c:pt>
                <c:pt idx="2775">
                  <c:v>2776</c:v>
                </c:pt>
                <c:pt idx="2776">
                  <c:v>2777</c:v>
                </c:pt>
                <c:pt idx="2777">
                  <c:v>2778</c:v>
                </c:pt>
                <c:pt idx="2778">
                  <c:v>2779</c:v>
                </c:pt>
                <c:pt idx="2779">
                  <c:v>2780</c:v>
                </c:pt>
                <c:pt idx="2780">
                  <c:v>2781</c:v>
                </c:pt>
                <c:pt idx="2781">
                  <c:v>2782</c:v>
                </c:pt>
                <c:pt idx="2782">
                  <c:v>2783</c:v>
                </c:pt>
                <c:pt idx="2783">
                  <c:v>2784</c:v>
                </c:pt>
                <c:pt idx="2784">
                  <c:v>2785</c:v>
                </c:pt>
                <c:pt idx="2785">
                  <c:v>2786</c:v>
                </c:pt>
                <c:pt idx="2786">
                  <c:v>2787</c:v>
                </c:pt>
                <c:pt idx="2787">
                  <c:v>2788</c:v>
                </c:pt>
                <c:pt idx="2788">
                  <c:v>2789</c:v>
                </c:pt>
                <c:pt idx="2789">
                  <c:v>2790</c:v>
                </c:pt>
                <c:pt idx="2790">
                  <c:v>2791</c:v>
                </c:pt>
                <c:pt idx="2791">
                  <c:v>2792</c:v>
                </c:pt>
                <c:pt idx="2792">
                  <c:v>2793</c:v>
                </c:pt>
                <c:pt idx="2793">
                  <c:v>2794</c:v>
                </c:pt>
                <c:pt idx="2794">
                  <c:v>2795</c:v>
                </c:pt>
                <c:pt idx="2795">
                  <c:v>2796</c:v>
                </c:pt>
                <c:pt idx="2796">
                  <c:v>2797</c:v>
                </c:pt>
                <c:pt idx="2797">
                  <c:v>2798</c:v>
                </c:pt>
                <c:pt idx="2798">
                  <c:v>2799</c:v>
                </c:pt>
                <c:pt idx="2799">
                  <c:v>2800</c:v>
                </c:pt>
                <c:pt idx="2800">
                  <c:v>2801</c:v>
                </c:pt>
                <c:pt idx="2801">
                  <c:v>2802</c:v>
                </c:pt>
                <c:pt idx="2802">
                  <c:v>2803</c:v>
                </c:pt>
                <c:pt idx="2803">
                  <c:v>2804</c:v>
                </c:pt>
                <c:pt idx="2804">
                  <c:v>2805</c:v>
                </c:pt>
                <c:pt idx="2805">
                  <c:v>2806</c:v>
                </c:pt>
                <c:pt idx="2806">
                  <c:v>2807</c:v>
                </c:pt>
                <c:pt idx="2807">
                  <c:v>2808</c:v>
                </c:pt>
                <c:pt idx="2808">
                  <c:v>2809</c:v>
                </c:pt>
                <c:pt idx="2809">
                  <c:v>2810</c:v>
                </c:pt>
                <c:pt idx="2810">
                  <c:v>2811</c:v>
                </c:pt>
                <c:pt idx="2811">
                  <c:v>2812</c:v>
                </c:pt>
                <c:pt idx="2812">
                  <c:v>2813</c:v>
                </c:pt>
                <c:pt idx="2813">
                  <c:v>2814</c:v>
                </c:pt>
                <c:pt idx="2814">
                  <c:v>2815</c:v>
                </c:pt>
                <c:pt idx="2815">
                  <c:v>2816</c:v>
                </c:pt>
                <c:pt idx="2816">
                  <c:v>2817</c:v>
                </c:pt>
                <c:pt idx="2817">
                  <c:v>2818</c:v>
                </c:pt>
                <c:pt idx="2818">
                  <c:v>2819</c:v>
                </c:pt>
                <c:pt idx="2819">
                  <c:v>2820</c:v>
                </c:pt>
                <c:pt idx="2820">
                  <c:v>2821</c:v>
                </c:pt>
                <c:pt idx="2821">
                  <c:v>2822</c:v>
                </c:pt>
                <c:pt idx="2822">
                  <c:v>2823</c:v>
                </c:pt>
                <c:pt idx="2823">
                  <c:v>2824</c:v>
                </c:pt>
                <c:pt idx="2824">
                  <c:v>2825</c:v>
                </c:pt>
                <c:pt idx="2825">
                  <c:v>2826</c:v>
                </c:pt>
                <c:pt idx="2826">
                  <c:v>2827</c:v>
                </c:pt>
                <c:pt idx="2827">
                  <c:v>2828</c:v>
                </c:pt>
                <c:pt idx="2828">
                  <c:v>2829</c:v>
                </c:pt>
                <c:pt idx="2829">
                  <c:v>2830</c:v>
                </c:pt>
                <c:pt idx="2830">
                  <c:v>2831</c:v>
                </c:pt>
                <c:pt idx="2831">
                  <c:v>2832</c:v>
                </c:pt>
                <c:pt idx="2832">
                  <c:v>2833</c:v>
                </c:pt>
                <c:pt idx="2833">
                  <c:v>2834</c:v>
                </c:pt>
                <c:pt idx="2834">
                  <c:v>2835</c:v>
                </c:pt>
                <c:pt idx="2835">
                  <c:v>2836</c:v>
                </c:pt>
                <c:pt idx="2836">
                  <c:v>2837</c:v>
                </c:pt>
                <c:pt idx="2837">
                  <c:v>2838</c:v>
                </c:pt>
                <c:pt idx="2838">
                  <c:v>2839</c:v>
                </c:pt>
                <c:pt idx="2839">
                  <c:v>2840</c:v>
                </c:pt>
                <c:pt idx="2840">
                  <c:v>2841</c:v>
                </c:pt>
                <c:pt idx="2841">
                  <c:v>2842</c:v>
                </c:pt>
                <c:pt idx="2842">
                  <c:v>2843</c:v>
                </c:pt>
                <c:pt idx="2843">
                  <c:v>2844</c:v>
                </c:pt>
                <c:pt idx="2844">
                  <c:v>2845</c:v>
                </c:pt>
                <c:pt idx="2845">
                  <c:v>2846</c:v>
                </c:pt>
                <c:pt idx="2846">
                  <c:v>2847</c:v>
                </c:pt>
                <c:pt idx="2847">
                  <c:v>2848</c:v>
                </c:pt>
                <c:pt idx="2848">
                  <c:v>2849</c:v>
                </c:pt>
                <c:pt idx="2849">
                  <c:v>2850</c:v>
                </c:pt>
                <c:pt idx="2850">
                  <c:v>2851</c:v>
                </c:pt>
                <c:pt idx="2851">
                  <c:v>2852</c:v>
                </c:pt>
                <c:pt idx="2852">
                  <c:v>2853</c:v>
                </c:pt>
                <c:pt idx="2853">
                  <c:v>2854</c:v>
                </c:pt>
                <c:pt idx="2854">
                  <c:v>2855</c:v>
                </c:pt>
                <c:pt idx="2855">
                  <c:v>2856</c:v>
                </c:pt>
                <c:pt idx="2856">
                  <c:v>2857</c:v>
                </c:pt>
                <c:pt idx="2857">
                  <c:v>2858</c:v>
                </c:pt>
                <c:pt idx="2858">
                  <c:v>2859</c:v>
                </c:pt>
                <c:pt idx="2859">
                  <c:v>2860</c:v>
                </c:pt>
                <c:pt idx="2860">
                  <c:v>2861</c:v>
                </c:pt>
                <c:pt idx="2861">
                  <c:v>2862</c:v>
                </c:pt>
                <c:pt idx="2862">
                  <c:v>2863</c:v>
                </c:pt>
                <c:pt idx="2863">
                  <c:v>2864</c:v>
                </c:pt>
                <c:pt idx="2864">
                  <c:v>2865</c:v>
                </c:pt>
                <c:pt idx="2865">
                  <c:v>2866</c:v>
                </c:pt>
                <c:pt idx="2866">
                  <c:v>2867</c:v>
                </c:pt>
                <c:pt idx="2867">
                  <c:v>2868</c:v>
                </c:pt>
                <c:pt idx="2868">
                  <c:v>2869</c:v>
                </c:pt>
                <c:pt idx="2869">
                  <c:v>2870</c:v>
                </c:pt>
                <c:pt idx="2870">
                  <c:v>2871</c:v>
                </c:pt>
                <c:pt idx="2871">
                  <c:v>2872</c:v>
                </c:pt>
                <c:pt idx="2872">
                  <c:v>2873</c:v>
                </c:pt>
                <c:pt idx="2873">
                  <c:v>2874</c:v>
                </c:pt>
                <c:pt idx="2874">
                  <c:v>2875</c:v>
                </c:pt>
                <c:pt idx="2875">
                  <c:v>2876</c:v>
                </c:pt>
                <c:pt idx="2876">
                  <c:v>2877</c:v>
                </c:pt>
                <c:pt idx="2877">
                  <c:v>2878</c:v>
                </c:pt>
                <c:pt idx="2878">
                  <c:v>2879</c:v>
                </c:pt>
                <c:pt idx="2879">
                  <c:v>2880</c:v>
                </c:pt>
                <c:pt idx="2880">
                  <c:v>2881</c:v>
                </c:pt>
                <c:pt idx="2881">
                  <c:v>2882</c:v>
                </c:pt>
                <c:pt idx="2882">
                  <c:v>2883</c:v>
                </c:pt>
                <c:pt idx="2883">
                  <c:v>2884</c:v>
                </c:pt>
                <c:pt idx="2884">
                  <c:v>2885</c:v>
                </c:pt>
                <c:pt idx="2885">
                  <c:v>2886</c:v>
                </c:pt>
                <c:pt idx="2886">
                  <c:v>2887</c:v>
                </c:pt>
                <c:pt idx="2887">
                  <c:v>2888</c:v>
                </c:pt>
                <c:pt idx="2888">
                  <c:v>2889</c:v>
                </c:pt>
                <c:pt idx="2889">
                  <c:v>2890</c:v>
                </c:pt>
                <c:pt idx="2890">
                  <c:v>2891</c:v>
                </c:pt>
                <c:pt idx="2891">
                  <c:v>2892</c:v>
                </c:pt>
                <c:pt idx="2892">
                  <c:v>2893</c:v>
                </c:pt>
                <c:pt idx="2893">
                  <c:v>2894</c:v>
                </c:pt>
                <c:pt idx="2894">
                  <c:v>2895</c:v>
                </c:pt>
                <c:pt idx="2895">
                  <c:v>2896</c:v>
                </c:pt>
                <c:pt idx="2896">
                  <c:v>2897</c:v>
                </c:pt>
                <c:pt idx="2897">
                  <c:v>2898</c:v>
                </c:pt>
                <c:pt idx="2898">
                  <c:v>2899</c:v>
                </c:pt>
                <c:pt idx="2899">
                  <c:v>2900</c:v>
                </c:pt>
                <c:pt idx="2900">
                  <c:v>2901</c:v>
                </c:pt>
                <c:pt idx="2901">
                  <c:v>2902</c:v>
                </c:pt>
                <c:pt idx="2902">
                  <c:v>2903</c:v>
                </c:pt>
                <c:pt idx="2903">
                  <c:v>2904</c:v>
                </c:pt>
                <c:pt idx="2904">
                  <c:v>2905</c:v>
                </c:pt>
                <c:pt idx="2905">
                  <c:v>2906</c:v>
                </c:pt>
                <c:pt idx="2906">
                  <c:v>2907</c:v>
                </c:pt>
                <c:pt idx="2907">
                  <c:v>2908</c:v>
                </c:pt>
                <c:pt idx="2908">
                  <c:v>2909</c:v>
                </c:pt>
                <c:pt idx="2909">
                  <c:v>2910</c:v>
                </c:pt>
                <c:pt idx="2910">
                  <c:v>2911</c:v>
                </c:pt>
                <c:pt idx="2911">
                  <c:v>2912</c:v>
                </c:pt>
                <c:pt idx="2912">
                  <c:v>2913</c:v>
                </c:pt>
                <c:pt idx="2913">
                  <c:v>2914</c:v>
                </c:pt>
                <c:pt idx="2914">
                  <c:v>2915</c:v>
                </c:pt>
                <c:pt idx="2915">
                  <c:v>2916</c:v>
                </c:pt>
                <c:pt idx="2916">
                  <c:v>2917</c:v>
                </c:pt>
                <c:pt idx="2917">
                  <c:v>2918</c:v>
                </c:pt>
                <c:pt idx="2918">
                  <c:v>2919</c:v>
                </c:pt>
                <c:pt idx="2919">
                  <c:v>2920</c:v>
                </c:pt>
                <c:pt idx="2920">
                  <c:v>2921</c:v>
                </c:pt>
                <c:pt idx="2921">
                  <c:v>2922</c:v>
                </c:pt>
                <c:pt idx="2922">
                  <c:v>2923</c:v>
                </c:pt>
                <c:pt idx="2923">
                  <c:v>2924</c:v>
                </c:pt>
                <c:pt idx="2924">
                  <c:v>2925</c:v>
                </c:pt>
                <c:pt idx="2925">
                  <c:v>2926</c:v>
                </c:pt>
                <c:pt idx="2926">
                  <c:v>2927</c:v>
                </c:pt>
                <c:pt idx="2927">
                  <c:v>2928</c:v>
                </c:pt>
                <c:pt idx="2928">
                  <c:v>2929</c:v>
                </c:pt>
                <c:pt idx="2929">
                  <c:v>2930</c:v>
                </c:pt>
                <c:pt idx="2930">
                  <c:v>2931</c:v>
                </c:pt>
                <c:pt idx="2931">
                  <c:v>2932</c:v>
                </c:pt>
                <c:pt idx="2932">
                  <c:v>2933</c:v>
                </c:pt>
                <c:pt idx="2933">
                  <c:v>2934</c:v>
                </c:pt>
                <c:pt idx="2934">
                  <c:v>2935</c:v>
                </c:pt>
                <c:pt idx="2935">
                  <c:v>2936</c:v>
                </c:pt>
                <c:pt idx="2936">
                  <c:v>2937</c:v>
                </c:pt>
                <c:pt idx="2937">
                  <c:v>2938</c:v>
                </c:pt>
                <c:pt idx="2938">
                  <c:v>2939</c:v>
                </c:pt>
                <c:pt idx="2939">
                  <c:v>2940</c:v>
                </c:pt>
                <c:pt idx="2940">
                  <c:v>2941</c:v>
                </c:pt>
                <c:pt idx="2941">
                  <c:v>2942</c:v>
                </c:pt>
                <c:pt idx="2942">
                  <c:v>2943</c:v>
                </c:pt>
                <c:pt idx="2943">
                  <c:v>2944</c:v>
                </c:pt>
                <c:pt idx="2944">
                  <c:v>2945</c:v>
                </c:pt>
                <c:pt idx="2945">
                  <c:v>2946</c:v>
                </c:pt>
                <c:pt idx="2946">
                  <c:v>2947</c:v>
                </c:pt>
                <c:pt idx="2947">
                  <c:v>2948</c:v>
                </c:pt>
                <c:pt idx="2948">
                  <c:v>2949</c:v>
                </c:pt>
                <c:pt idx="2949">
                  <c:v>2950</c:v>
                </c:pt>
                <c:pt idx="2950">
                  <c:v>2951</c:v>
                </c:pt>
                <c:pt idx="2951">
                  <c:v>2952</c:v>
                </c:pt>
                <c:pt idx="2952">
                  <c:v>2953</c:v>
                </c:pt>
                <c:pt idx="2953">
                  <c:v>2954</c:v>
                </c:pt>
                <c:pt idx="2954">
                  <c:v>2955</c:v>
                </c:pt>
                <c:pt idx="2955">
                  <c:v>2956</c:v>
                </c:pt>
                <c:pt idx="2956">
                  <c:v>2957</c:v>
                </c:pt>
                <c:pt idx="2957">
                  <c:v>2958</c:v>
                </c:pt>
                <c:pt idx="2958">
                  <c:v>2959</c:v>
                </c:pt>
                <c:pt idx="2959">
                  <c:v>2960</c:v>
                </c:pt>
                <c:pt idx="2960">
                  <c:v>2961</c:v>
                </c:pt>
                <c:pt idx="2961">
                  <c:v>2962</c:v>
                </c:pt>
                <c:pt idx="2962">
                  <c:v>2963</c:v>
                </c:pt>
                <c:pt idx="2963">
                  <c:v>2964</c:v>
                </c:pt>
                <c:pt idx="2964">
                  <c:v>2965</c:v>
                </c:pt>
                <c:pt idx="2965">
                  <c:v>2966</c:v>
                </c:pt>
                <c:pt idx="2966">
                  <c:v>2967</c:v>
                </c:pt>
                <c:pt idx="2967">
                  <c:v>2968</c:v>
                </c:pt>
                <c:pt idx="2968">
                  <c:v>2969</c:v>
                </c:pt>
                <c:pt idx="2969">
                  <c:v>2970</c:v>
                </c:pt>
                <c:pt idx="2970">
                  <c:v>2971</c:v>
                </c:pt>
                <c:pt idx="2971">
                  <c:v>2972</c:v>
                </c:pt>
                <c:pt idx="2972">
                  <c:v>2973</c:v>
                </c:pt>
                <c:pt idx="2973">
                  <c:v>2974</c:v>
                </c:pt>
                <c:pt idx="2974">
                  <c:v>2975</c:v>
                </c:pt>
                <c:pt idx="2975">
                  <c:v>2976</c:v>
                </c:pt>
                <c:pt idx="2976">
                  <c:v>2977</c:v>
                </c:pt>
                <c:pt idx="2977">
                  <c:v>2978</c:v>
                </c:pt>
                <c:pt idx="2978">
                  <c:v>2979</c:v>
                </c:pt>
                <c:pt idx="2979">
                  <c:v>2980</c:v>
                </c:pt>
                <c:pt idx="2980">
                  <c:v>2981</c:v>
                </c:pt>
                <c:pt idx="2981">
                  <c:v>2982</c:v>
                </c:pt>
                <c:pt idx="2982">
                  <c:v>2983</c:v>
                </c:pt>
                <c:pt idx="2983">
                  <c:v>2984</c:v>
                </c:pt>
                <c:pt idx="2984">
                  <c:v>2985</c:v>
                </c:pt>
                <c:pt idx="2985">
                  <c:v>2986</c:v>
                </c:pt>
                <c:pt idx="2986">
                  <c:v>2987</c:v>
                </c:pt>
                <c:pt idx="2987">
                  <c:v>2988</c:v>
                </c:pt>
                <c:pt idx="2988">
                  <c:v>2989</c:v>
                </c:pt>
                <c:pt idx="2989">
                  <c:v>2990</c:v>
                </c:pt>
                <c:pt idx="2990">
                  <c:v>2991</c:v>
                </c:pt>
                <c:pt idx="2991">
                  <c:v>2992</c:v>
                </c:pt>
                <c:pt idx="2992">
                  <c:v>2993</c:v>
                </c:pt>
                <c:pt idx="2993">
                  <c:v>2994</c:v>
                </c:pt>
                <c:pt idx="2994">
                  <c:v>2995</c:v>
                </c:pt>
                <c:pt idx="2995">
                  <c:v>2996</c:v>
                </c:pt>
                <c:pt idx="2996">
                  <c:v>2997</c:v>
                </c:pt>
                <c:pt idx="2997">
                  <c:v>2998</c:v>
                </c:pt>
                <c:pt idx="2998">
                  <c:v>2999</c:v>
                </c:pt>
                <c:pt idx="2999">
                  <c:v>3000</c:v>
                </c:pt>
              </c:numCache>
            </c:numRef>
          </c:xVal>
          <c:yVal>
            <c:numRef>
              <c:f>'Chart Data'!$B$2:$B$3001</c:f>
              <c:numCache>
                <c:formatCode>0.00</c:formatCode>
                <c:ptCount val="3000"/>
                <c:pt idx="0">
                  <c:v>1.29470062</c:v>
                </c:pt>
                <c:pt idx="1">
                  <c:v>1.29108691</c:v>
                </c:pt>
                <c:pt idx="2">
                  <c:v>1.28969312</c:v>
                </c:pt>
                <c:pt idx="3">
                  <c:v>1.28866732</c:v>
                </c:pt>
                <c:pt idx="4">
                  <c:v>1.28732228</c:v>
                </c:pt>
                <c:pt idx="5">
                  <c:v>1.28584588</c:v>
                </c:pt>
                <c:pt idx="6">
                  <c:v>1.28447223</c:v>
                </c:pt>
                <c:pt idx="7">
                  <c:v>1.28326106</c:v>
                </c:pt>
                <c:pt idx="8">
                  <c:v>1.28213215</c:v>
                </c:pt>
                <c:pt idx="9">
                  <c:v>1.28097785</c:v>
                </c:pt>
                <c:pt idx="10">
                  <c:v>1.27975106</c:v>
                </c:pt>
                <c:pt idx="11">
                  <c:v>1.27847981</c:v>
                </c:pt>
                <c:pt idx="12">
                  <c:v>1.27721894</c:v>
                </c:pt>
                <c:pt idx="13">
                  <c:v>1.27600801</c:v>
                </c:pt>
                <c:pt idx="14">
                  <c:v>1.27485073</c:v>
                </c:pt>
                <c:pt idx="15">
                  <c:v>1.27372324</c:v>
                </c:pt>
                <c:pt idx="16">
                  <c:v>1.27259362</c:v>
                </c:pt>
                <c:pt idx="17">
                  <c:v>1.27144122</c:v>
                </c:pt>
                <c:pt idx="18">
                  <c:v>1.27026856</c:v>
                </c:pt>
                <c:pt idx="19">
                  <c:v>1.26909029</c:v>
                </c:pt>
                <c:pt idx="20">
                  <c:v>1.26792479</c:v>
                </c:pt>
                <c:pt idx="21">
                  <c:v>1.26677918</c:v>
                </c:pt>
                <c:pt idx="22">
                  <c:v>1.26564646</c:v>
                </c:pt>
                <c:pt idx="23">
                  <c:v>1.26451814</c:v>
                </c:pt>
                <c:pt idx="24">
                  <c:v>1.26338983</c:v>
                </c:pt>
                <c:pt idx="25">
                  <c:v>1.26226091</c:v>
                </c:pt>
                <c:pt idx="26">
                  <c:v>1.26113582</c:v>
                </c:pt>
                <c:pt idx="27">
                  <c:v>1.26001954</c:v>
                </c:pt>
                <c:pt idx="28">
                  <c:v>1.25891209</c:v>
                </c:pt>
                <c:pt idx="29">
                  <c:v>1.25780702</c:v>
                </c:pt>
                <c:pt idx="30">
                  <c:v>1.25670135</c:v>
                </c:pt>
                <c:pt idx="31">
                  <c:v>1.25559318</c:v>
                </c:pt>
                <c:pt idx="32">
                  <c:v>1.25448644</c:v>
                </c:pt>
                <c:pt idx="33">
                  <c:v>1.25338542</c:v>
                </c:pt>
                <c:pt idx="34">
                  <c:v>1.25229275</c:v>
                </c:pt>
                <c:pt idx="35">
                  <c:v>1.25120938</c:v>
                </c:pt>
                <c:pt idx="36">
                  <c:v>1.25013173</c:v>
                </c:pt>
                <c:pt idx="37">
                  <c:v>1.24905503</c:v>
                </c:pt>
                <c:pt idx="38">
                  <c:v>1.24797976</c:v>
                </c:pt>
                <c:pt idx="39">
                  <c:v>1.246907</c:v>
                </c:pt>
                <c:pt idx="40">
                  <c:v>1.24583697</c:v>
                </c:pt>
                <c:pt idx="41">
                  <c:v>1.24477124</c:v>
                </c:pt>
                <c:pt idx="42">
                  <c:v>1.24371016</c:v>
                </c:pt>
                <c:pt idx="43">
                  <c:v>1.24265313</c:v>
                </c:pt>
                <c:pt idx="44">
                  <c:v>1.24159896</c:v>
                </c:pt>
                <c:pt idx="45">
                  <c:v>1.24054813</c:v>
                </c:pt>
                <c:pt idx="46">
                  <c:v>1.23950016</c:v>
                </c:pt>
                <c:pt idx="47">
                  <c:v>1.23845625</c:v>
                </c:pt>
                <c:pt idx="48">
                  <c:v>1.2374171</c:v>
                </c:pt>
                <c:pt idx="49">
                  <c:v>1.23638225</c:v>
                </c:pt>
                <c:pt idx="50">
                  <c:v>1.23535085</c:v>
                </c:pt>
                <c:pt idx="51">
                  <c:v>1.23432207</c:v>
                </c:pt>
                <c:pt idx="52">
                  <c:v>1.23329532</c:v>
                </c:pt>
                <c:pt idx="53">
                  <c:v>1.23227215</c:v>
                </c:pt>
                <c:pt idx="54">
                  <c:v>1.23125267</c:v>
                </c:pt>
                <c:pt idx="55">
                  <c:v>1.2302382</c:v>
                </c:pt>
                <c:pt idx="56">
                  <c:v>1.22922635</c:v>
                </c:pt>
                <c:pt idx="57">
                  <c:v>1.22821784</c:v>
                </c:pt>
                <c:pt idx="58">
                  <c:v>1.22721231</c:v>
                </c:pt>
                <c:pt idx="59">
                  <c:v>1.22620893</c:v>
                </c:pt>
                <c:pt idx="60">
                  <c:v>1.22520912</c:v>
                </c:pt>
                <c:pt idx="61">
                  <c:v>1.22421372</c:v>
                </c:pt>
                <c:pt idx="62">
                  <c:v>1.22322094</c:v>
                </c:pt>
                <c:pt idx="63">
                  <c:v>1.22223103</c:v>
                </c:pt>
                <c:pt idx="64">
                  <c:v>1.22124445</c:v>
                </c:pt>
                <c:pt idx="65">
                  <c:v>1.22026098</c:v>
                </c:pt>
                <c:pt idx="66">
                  <c:v>1.21928048</c:v>
                </c:pt>
                <c:pt idx="67">
                  <c:v>1.21830428</c:v>
                </c:pt>
                <c:pt idx="68">
                  <c:v>1.21733236</c:v>
                </c:pt>
                <c:pt idx="69">
                  <c:v>1.21636438</c:v>
                </c:pt>
                <c:pt idx="70">
                  <c:v>1.21539962</c:v>
                </c:pt>
                <c:pt idx="71">
                  <c:v>1.21443701</c:v>
                </c:pt>
                <c:pt idx="72">
                  <c:v>1.21347904</c:v>
                </c:pt>
                <c:pt idx="73">
                  <c:v>1.21252429</c:v>
                </c:pt>
                <c:pt idx="74">
                  <c:v>1.21157205</c:v>
                </c:pt>
                <c:pt idx="75">
                  <c:v>1.21062231</c:v>
                </c:pt>
                <c:pt idx="76">
                  <c:v>1.20967543</c:v>
                </c:pt>
                <c:pt idx="77">
                  <c:v>1.20873237</c:v>
                </c:pt>
                <c:pt idx="78">
                  <c:v>1.20779181</c:v>
                </c:pt>
                <c:pt idx="79">
                  <c:v>1.20685518</c:v>
                </c:pt>
                <c:pt idx="80">
                  <c:v>1.20592201</c:v>
                </c:pt>
                <c:pt idx="81">
                  <c:v>1.20499063</c:v>
                </c:pt>
                <c:pt idx="82">
                  <c:v>1.20406282</c:v>
                </c:pt>
                <c:pt idx="83">
                  <c:v>1.20313764</c:v>
                </c:pt>
                <c:pt idx="84">
                  <c:v>1.20221603</c:v>
                </c:pt>
                <c:pt idx="85">
                  <c:v>1.20129728</c:v>
                </c:pt>
                <c:pt idx="86">
                  <c:v>1.20038247</c:v>
                </c:pt>
                <c:pt idx="87">
                  <c:v>1.19947004</c:v>
                </c:pt>
                <c:pt idx="88">
                  <c:v>1.19856107</c:v>
                </c:pt>
                <c:pt idx="89">
                  <c:v>1.19765472</c:v>
                </c:pt>
                <c:pt idx="90">
                  <c:v>1.19675112</c:v>
                </c:pt>
                <c:pt idx="91">
                  <c:v>1.19585192</c:v>
                </c:pt>
                <c:pt idx="92">
                  <c:v>1.1949563</c:v>
                </c:pt>
                <c:pt idx="93">
                  <c:v>1.19406438</c:v>
                </c:pt>
                <c:pt idx="94">
                  <c:v>1.19317532</c:v>
                </c:pt>
                <c:pt idx="95">
                  <c:v>1.19228852</c:v>
                </c:pt>
                <c:pt idx="96">
                  <c:v>1.19140553</c:v>
                </c:pt>
                <c:pt idx="97">
                  <c:v>1.19052517</c:v>
                </c:pt>
                <c:pt idx="98">
                  <c:v>1.1896472</c:v>
                </c:pt>
                <c:pt idx="99">
                  <c:v>1.18877172</c:v>
                </c:pt>
                <c:pt idx="100">
                  <c:v>1.18789887</c:v>
                </c:pt>
                <c:pt idx="101">
                  <c:v>1.18702924</c:v>
                </c:pt>
                <c:pt idx="102">
                  <c:v>1.18616259</c:v>
                </c:pt>
                <c:pt idx="103">
                  <c:v>1.18529928</c:v>
                </c:pt>
                <c:pt idx="104">
                  <c:v>1.18444026</c:v>
                </c:pt>
                <c:pt idx="105">
                  <c:v>1.1835829</c:v>
                </c:pt>
                <c:pt idx="106">
                  <c:v>1.18272817</c:v>
                </c:pt>
                <c:pt idx="107">
                  <c:v>1.18187714</c:v>
                </c:pt>
                <c:pt idx="108">
                  <c:v>1.18102944</c:v>
                </c:pt>
                <c:pt idx="109">
                  <c:v>1.18018436</c:v>
                </c:pt>
                <c:pt idx="110">
                  <c:v>1.17934155</c:v>
                </c:pt>
                <c:pt idx="111">
                  <c:v>1.17850256</c:v>
                </c:pt>
                <c:pt idx="112">
                  <c:v>1.1776669</c:v>
                </c:pt>
                <c:pt idx="113">
                  <c:v>1.17683399</c:v>
                </c:pt>
                <c:pt idx="114">
                  <c:v>1.17600369</c:v>
                </c:pt>
                <c:pt idx="115">
                  <c:v>1.17517555</c:v>
                </c:pt>
                <c:pt idx="116">
                  <c:v>1.17434895</c:v>
                </c:pt>
                <c:pt idx="117">
                  <c:v>1.17352509</c:v>
                </c:pt>
                <c:pt idx="118">
                  <c:v>1.1727035</c:v>
                </c:pt>
                <c:pt idx="119">
                  <c:v>1.17188394</c:v>
                </c:pt>
                <c:pt idx="120">
                  <c:v>1.17106771</c:v>
                </c:pt>
                <c:pt idx="121">
                  <c:v>1.17025352</c:v>
                </c:pt>
                <c:pt idx="122">
                  <c:v>1.16944361</c:v>
                </c:pt>
                <c:pt idx="123">
                  <c:v>1.1686362</c:v>
                </c:pt>
                <c:pt idx="124">
                  <c:v>1.16783214</c:v>
                </c:pt>
                <c:pt idx="125">
                  <c:v>1.16703033</c:v>
                </c:pt>
                <c:pt idx="126">
                  <c:v>1.16623151</c:v>
                </c:pt>
                <c:pt idx="127">
                  <c:v>1.16543639</c:v>
                </c:pt>
                <c:pt idx="128">
                  <c:v>1.16464436</c:v>
                </c:pt>
                <c:pt idx="129">
                  <c:v>1.16385353</c:v>
                </c:pt>
                <c:pt idx="130">
                  <c:v>1.163064</c:v>
                </c:pt>
                <c:pt idx="131">
                  <c:v>1.16227746</c:v>
                </c:pt>
                <c:pt idx="132">
                  <c:v>1.16149235</c:v>
                </c:pt>
                <c:pt idx="133">
                  <c:v>1.16071081</c:v>
                </c:pt>
                <c:pt idx="134">
                  <c:v>1.15993285</c:v>
                </c:pt>
                <c:pt idx="135">
                  <c:v>1.15915787</c:v>
                </c:pt>
                <c:pt idx="136">
                  <c:v>1.15838492</c:v>
                </c:pt>
                <c:pt idx="137">
                  <c:v>1.15761566</c:v>
                </c:pt>
                <c:pt idx="138">
                  <c:v>1.15684867</c:v>
                </c:pt>
                <c:pt idx="139">
                  <c:v>1.15608323</c:v>
                </c:pt>
                <c:pt idx="140">
                  <c:v>1.15531909</c:v>
                </c:pt>
                <c:pt idx="141">
                  <c:v>1.15455687</c:v>
                </c:pt>
                <c:pt idx="142">
                  <c:v>1.15379655</c:v>
                </c:pt>
                <c:pt idx="143">
                  <c:v>1.1530391</c:v>
                </c:pt>
                <c:pt idx="144">
                  <c:v>1.15228367</c:v>
                </c:pt>
                <c:pt idx="145">
                  <c:v>1.15153098</c:v>
                </c:pt>
                <c:pt idx="146">
                  <c:v>1.15078104</c:v>
                </c:pt>
                <c:pt idx="147">
                  <c:v>1.15003479</c:v>
                </c:pt>
                <c:pt idx="148">
                  <c:v>1.14929259</c:v>
                </c:pt>
                <c:pt idx="149">
                  <c:v>1.14855242</c:v>
                </c:pt>
                <c:pt idx="150">
                  <c:v>1.14781392</c:v>
                </c:pt>
                <c:pt idx="151">
                  <c:v>1.14707685</c:v>
                </c:pt>
                <c:pt idx="152">
                  <c:v>1.14634216</c:v>
                </c:pt>
                <c:pt idx="153">
                  <c:v>1.14561057</c:v>
                </c:pt>
                <c:pt idx="154">
                  <c:v>1.14488184</c:v>
                </c:pt>
                <c:pt idx="155">
                  <c:v>1.1441561</c:v>
                </c:pt>
                <c:pt idx="156">
                  <c:v>1.14343226</c:v>
                </c:pt>
                <c:pt idx="157">
                  <c:v>1.14271069</c:v>
                </c:pt>
                <c:pt idx="158">
                  <c:v>1.1419915</c:v>
                </c:pt>
                <c:pt idx="159">
                  <c:v>1.1412729</c:v>
                </c:pt>
                <c:pt idx="160">
                  <c:v>1.14055634</c:v>
                </c:pt>
                <c:pt idx="161">
                  <c:v>1.13984191</c:v>
                </c:pt>
                <c:pt idx="162">
                  <c:v>1.13912892</c:v>
                </c:pt>
                <c:pt idx="163">
                  <c:v>1.13841844</c:v>
                </c:pt>
                <c:pt idx="164">
                  <c:v>1.13771009</c:v>
                </c:pt>
                <c:pt idx="165">
                  <c:v>1.13700402</c:v>
                </c:pt>
                <c:pt idx="166">
                  <c:v>1.13630009</c:v>
                </c:pt>
                <c:pt idx="167">
                  <c:v>1.1355983</c:v>
                </c:pt>
                <c:pt idx="168">
                  <c:v>1.13489819</c:v>
                </c:pt>
                <c:pt idx="169">
                  <c:v>1.13420033</c:v>
                </c:pt>
                <c:pt idx="170">
                  <c:v>1.13350546</c:v>
                </c:pt>
                <c:pt idx="171">
                  <c:v>1.13281155</c:v>
                </c:pt>
                <c:pt idx="172">
                  <c:v>1.13212013</c:v>
                </c:pt>
                <c:pt idx="173">
                  <c:v>1.13143122</c:v>
                </c:pt>
                <c:pt idx="174">
                  <c:v>1.1307435</c:v>
                </c:pt>
                <c:pt idx="175">
                  <c:v>1.1300571</c:v>
                </c:pt>
                <c:pt idx="176">
                  <c:v>1.12937188</c:v>
                </c:pt>
                <c:pt idx="177">
                  <c:v>1.12868762</c:v>
                </c:pt>
                <c:pt idx="178">
                  <c:v>1.12800765</c:v>
                </c:pt>
                <c:pt idx="179">
                  <c:v>1.12733006</c:v>
                </c:pt>
                <c:pt idx="180">
                  <c:v>1.12665415</c:v>
                </c:pt>
                <c:pt idx="181">
                  <c:v>1.12597919</c:v>
                </c:pt>
                <c:pt idx="182">
                  <c:v>1.12530601</c:v>
                </c:pt>
                <c:pt idx="183">
                  <c:v>1.12463665</c:v>
                </c:pt>
                <c:pt idx="184">
                  <c:v>1.12396884</c:v>
                </c:pt>
                <c:pt idx="185">
                  <c:v>1.12330353</c:v>
                </c:pt>
                <c:pt idx="186">
                  <c:v>1.12263989</c:v>
                </c:pt>
                <c:pt idx="187">
                  <c:v>1.12197864</c:v>
                </c:pt>
                <c:pt idx="188">
                  <c:v>1.12131858</c:v>
                </c:pt>
                <c:pt idx="189">
                  <c:v>1.1206578</c:v>
                </c:pt>
                <c:pt idx="190">
                  <c:v>1.11999869</c:v>
                </c:pt>
                <c:pt idx="191">
                  <c:v>1.11934257</c:v>
                </c:pt>
                <c:pt idx="192">
                  <c:v>1.11868715</c:v>
                </c:pt>
                <c:pt idx="193">
                  <c:v>1.11803305</c:v>
                </c:pt>
                <c:pt idx="194">
                  <c:v>1.11738014</c:v>
                </c:pt>
                <c:pt idx="195">
                  <c:v>1.11672962</c:v>
                </c:pt>
                <c:pt idx="196">
                  <c:v>1.11607957</c:v>
                </c:pt>
                <c:pt idx="197">
                  <c:v>1.11542964</c:v>
                </c:pt>
                <c:pt idx="198">
                  <c:v>1.11477971</c:v>
                </c:pt>
                <c:pt idx="199">
                  <c:v>1.11413074</c:v>
                </c:pt>
                <c:pt idx="200">
                  <c:v>1.11348426</c:v>
                </c:pt>
                <c:pt idx="201">
                  <c:v>1.11283875</c:v>
                </c:pt>
                <c:pt idx="202">
                  <c:v>1.11219347</c:v>
                </c:pt>
                <c:pt idx="203">
                  <c:v>1.11155033</c:v>
                </c:pt>
                <c:pt idx="204">
                  <c:v>1.11090791</c:v>
                </c:pt>
                <c:pt idx="205">
                  <c:v>1.11026561</c:v>
                </c:pt>
                <c:pt idx="206">
                  <c:v>1.10962474</c:v>
                </c:pt>
                <c:pt idx="207">
                  <c:v>1.10898447</c:v>
                </c:pt>
                <c:pt idx="208">
                  <c:v>1.10834455</c:v>
                </c:pt>
                <c:pt idx="209">
                  <c:v>1.10770571</c:v>
                </c:pt>
                <c:pt idx="210">
                  <c:v>1.10706735</c:v>
                </c:pt>
                <c:pt idx="211">
                  <c:v>1.10642958</c:v>
                </c:pt>
                <c:pt idx="212">
                  <c:v>1.10579312</c:v>
                </c:pt>
                <c:pt idx="213">
                  <c:v>1.10515654</c:v>
                </c:pt>
                <c:pt idx="214">
                  <c:v>1.10452175</c:v>
                </c:pt>
                <c:pt idx="215">
                  <c:v>1.10388732</c:v>
                </c:pt>
                <c:pt idx="216">
                  <c:v>1.10325217</c:v>
                </c:pt>
                <c:pt idx="217">
                  <c:v>1.10261714</c:v>
                </c:pt>
                <c:pt idx="218">
                  <c:v>1.10198236</c:v>
                </c:pt>
                <c:pt idx="219">
                  <c:v>1.10134685</c:v>
                </c:pt>
                <c:pt idx="220">
                  <c:v>1.10071087</c:v>
                </c:pt>
                <c:pt idx="221">
                  <c:v>1.10007393</c:v>
                </c:pt>
                <c:pt idx="222">
                  <c:v>1.09943712</c:v>
                </c:pt>
                <c:pt idx="223">
                  <c:v>1.09879982</c:v>
                </c:pt>
                <c:pt idx="224">
                  <c:v>1.09816158</c:v>
                </c:pt>
                <c:pt idx="225">
                  <c:v>1.09752142</c:v>
                </c:pt>
                <c:pt idx="226">
                  <c:v>1.09687829</c:v>
                </c:pt>
                <c:pt idx="227">
                  <c:v>1.09623194</c:v>
                </c:pt>
                <c:pt idx="228">
                  <c:v>1.09558678</c:v>
                </c:pt>
                <c:pt idx="229">
                  <c:v>1.09493828</c:v>
                </c:pt>
                <c:pt idx="230">
                  <c:v>1.09428608</c:v>
                </c:pt>
                <c:pt idx="231">
                  <c:v>1.09363043</c:v>
                </c:pt>
                <c:pt idx="232">
                  <c:v>1.09297097</c:v>
                </c:pt>
                <c:pt idx="233">
                  <c:v>1.09230816</c:v>
                </c:pt>
                <c:pt idx="234">
                  <c:v>1.0916425</c:v>
                </c:pt>
                <c:pt idx="235">
                  <c:v>1.09097171</c:v>
                </c:pt>
                <c:pt idx="236">
                  <c:v>1.09029484</c:v>
                </c:pt>
                <c:pt idx="237">
                  <c:v>1.08961463</c:v>
                </c:pt>
                <c:pt idx="238">
                  <c:v>1.08892918</c:v>
                </c:pt>
                <c:pt idx="239">
                  <c:v>1.08823574</c:v>
                </c:pt>
                <c:pt idx="240">
                  <c:v>1.08753586</c:v>
                </c:pt>
                <c:pt idx="241">
                  <c:v>1.08683085</c:v>
                </c:pt>
                <c:pt idx="242">
                  <c:v>1.08611846</c:v>
                </c:pt>
                <c:pt idx="243">
                  <c:v>1.08539581</c:v>
                </c:pt>
                <c:pt idx="244">
                  <c:v>1.08466554</c:v>
                </c:pt>
                <c:pt idx="245">
                  <c:v>1.08392596</c:v>
                </c:pt>
                <c:pt idx="246">
                  <c:v>1.08317578</c:v>
                </c:pt>
                <c:pt idx="247">
                  <c:v>1.08241582</c:v>
                </c:pt>
                <c:pt idx="248">
                  <c:v>1.0816443</c:v>
                </c:pt>
                <c:pt idx="249">
                  <c:v>1.08086181</c:v>
                </c:pt>
                <c:pt idx="250">
                  <c:v>1.08006775</c:v>
                </c:pt>
                <c:pt idx="251">
                  <c:v>1.07926154</c:v>
                </c:pt>
                <c:pt idx="252">
                  <c:v>1.07844043</c:v>
                </c:pt>
                <c:pt idx="253">
                  <c:v>1.07760525</c:v>
                </c:pt>
                <c:pt idx="254">
                  <c:v>1.0767554</c:v>
                </c:pt>
                <c:pt idx="255">
                  <c:v>1.0758909</c:v>
                </c:pt>
                <c:pt idx="256">
                  <c:v>1.07500958</c:v>
                </c:pt>
                <c:pt idx="257">
                  <c:v>1.07411122</c:v>
                </c:pt>
                <c:pt idx="258">
                  <c:v>1.07319689</c:v>
                </c:pt>
                <c:pt idx="259">
                  <c:v>1.07226324</c:v>
                </c:pt>
                <c:pt idx="260">
                  <c:v>1.07130969</c:v>
                </c:pt>
                <c:pt idx="261">
                  <c:v>1.07033694</c:v>
                </c:pt>
                <c:pt idx="262">
                  <c:v>1.06934524</c:v>
                </c:pt>
                <c:pt idx="263">
                  <c:v>1.068331</c:v>
                </c:pt>
                <c:pt idx="264">
                  <c:v>1.06729507</c:v>
                </c:pt>
                <c:pt idx="265">
                  <c:v>1.06623781</c:v>
                </c:pt>
                <c:pt idx="266">
                  <c:v>1.06515563</c:v>
                </c:pt>
                <c:pt idx="267">
                  <c:v>1.06404901</c:v>
                </c:pt>
                <c:pt idx="268">
                  <c:v>1.06291938</c:v>
                </c:pt>
                <c:pt idx="269">
                  <c:v>1.06176603</c:v>
                </c:pt>
                <c:pt idx="270">
                  <c:v>1.06058645</c:v>
                </c:pt>
                <c:pt idx="271">
                  <c:v>1.05938029</c:v>
                </c:pt>
                <c:pt idx="272">
                  <c:v>1.05814719</c:v>
                </c:pt>
                <c:pt idx="273">
                  <c:v>1.05688727</c:v>
                </c:pt>
                <c:pt idx="274">
                  <c:v>1.05559957</c:v>
                </c:pt>
                <c:pt idx="275">
                  <c:v>1.05428362</c:v>
                </c:pt>
                <c:pt idx="276">
                  <c:v>1.05293918</c:v>
                </c:pt>
                <c:pt idx="277">
                  <c:v>1.051566</c:v>
                </c:pt>
                <c:pt idx="278">
                  <c:v>1.05016422</c:v>
                </c:pt>
                <c:pt idx="279">
                  <c:v>1.04873514</c:v>
                </c:pt>
                <c:pt idx="280">
                  <c:v>1.04727614</c:v>
                </c:pt>
                <c:pt idx="281">
                  <c:v>1.04578686</c:v>
                </c:pt>
                <c:pt idx="282">
                  <c:v>1.04426587</c:v>
                </c:pt>
                <c:pt idx="283">
                  <c:v>1.04271626</c:v>
                </c:pt>
                <c:pt idx="284">
                  <c:v>1.04113805</c:v>
                </c:pt>
                <c:pt idx="285">
                  <c:v>1.0395304</c:v>
                </c:pt>
                <c:pt idx="286">
                  <c:v>1.03789425</c:v>
                </c:pt>
                <c:pt idx="287">
                  <c:v>1.03622973</c:v>
                </c:pt>
                <c:pt idx="288">
                  <c:v>1.03453696</c:v>
                </c:pt>
                <c:pt idx="289">
                  <c:v>1.0328176</c:v>
                </c:pt>
                <c:pt idx="290">
                  <c:v>1.03107202</c:v>
                </c:pt>
                <c:pt idx="291">
                  <c:v>1.02930236</c:v>
                </c:pt>
                <c:pt idx="292">
                  <c:v>1.02750826</c:v>
                </c:pt>
                <c:pt idx="293">
                  <c:v>1.02568841</c:v>
                </c:pt>
                <c:pt idx="294">
                  <c:v>1.02384579</c:v>
                </c:pt>
                <c:pt idx="295">
                  <c:v>1.02198267</c:v>
                </c:pt>
                <c:pt idx="296">
                  <c:v>1.0201025</c:v>
                </c:pt>
                <c:pt idx="297">
                  <c:v>1.01820695</c:v>
                </c:pt>
                <c:pt idx="298">
                  <c:v>1.01630139</c:v>
                </c:pt>
                <c:pt idx="299">
                  <c:v>1.01439488</c:v>
                </c:pt>
                <c:pt idx="300">
                  <c:v>1.01246667</c:v>
                </c:pt>
                <c:pt idx="301">
                  <c:v>1.0104996</c:v>
                </c:pt>
                <c:pt idx="302">
                  <c:v>1.00853348</c:v>
                </c:pt>
                <c:pt idx="303">
                  <c:v>1.00659525</c:v>
                </c:pt>
                <c:pt idx="304">
                  <c:v>1.00464249</c:v>
                </c:pt>
                <c:pt idx="305">
                  <c:v>1.00265765</c:v>
                </c:pt>
                <c:pt idx="306">
                  <c:v>1.00068021</c:v>
                </c:pt>
                <c:pt idx="307">
                  <c:v>0.99872494</c:v>
                </c:pt>
                <c:pt idx="308">
                  <c:v>0.99676228</c:v>
                </c:pt>
                <c:pt idx="309">
                  <c:v>0.99478209</c:v>
                </c:pt>
                <c:pt idx="310">
                  <c:v>0.99280995</c:v>
                </c:pt>
                <c:pt idx="311">
                  <c:v>0.99086469</c:v>
                </c:pt>
                <c:pt idx="312">
                  <c:v>0.988931</c:v>
                </c:pt>
                <c:pt idx="313">
                  <c:v>0.98699337</c:v>
                </c:pt>
                <c:pt idx="314">
                  <c:v>0.98505688</c:v>
                </c:pt>
                <c:pt idx="315">
                  <c:v>0.98313969</c:v>
                </c:pt>
                <c:pt idx="316">
                  <c:v>0.98125064</c:v>
                </c:pt>
                <c:pt idx="317">
                  <c:v>0.97938734</c:v>
                </c:pt>
                <c:pt idx="318">
                  <c:v>0.97754204</c:v>
                </c:pt>
                <c:pt idx="319">
                  <c:v>0.97571278</c:v>
                </c:pt>
                <c:pt idx="320">
                  <c:v>0.97389966</c:v>
                </c:pt>
                <c:pt idx="321">
                  <c:v>0.97211117</c:v>
                </c:pt>
                <c:pt idx="322">
                  <c:v>0.97034979</c:v>
                </c:pt>
                <c:pt idx="323">
                  <c:v>0.96861964</c:v>
                </c:pt>
                <c:pt idx="324">
                  <c:v>0.96691954</c:v>
                </c:pt>
                <c:pt idx="325">
                  <c:v>0.96525258</c:v>
                </c:pt>
                <c:pt idx="326">
                  <c:v>0.96362102</c:v>
                </c:pt>
                <c:pt idx="327">
                  <c:v>0.96203262</c:v>
                </c:pt>
                <c:pt idx="328">
                  <c:v>0.96049422</c:v>
                </c:pt>
                <c:pt idx="329">
                  <c:v>0.958996</c:v>
                </c:pt>
                <c:pt idx="330">
                  <c:v>0.95748544</c:v>
                </c:pt>
                <c:pt idx="331">
                  <c:v>0.95594639</c:v>
                </c:pt>
                <c:pt idx="332">
                  <c:v>0.95448565</c:v>
                </c:pt>
                <c:pt idx="333">
                  <c:v>0.95314044</c:v>
                </c:pt>
                <c:pt idx="334">
                  <c:v>0.95181513</c:v>
                </c:pt>
                <c:pt idx="335">
                  <c:v>0.95044708</c:v>
                </c:pt>
                <c:pt idx="336">
                  <c:v>0.94911826</c:v>
                </c:pt>
                <c:pt idx="337">
                  <c:v>0.94789112</c:v>
                </c:pt>
                <c:pt idx="338">
                  <c:v>0.94669873</c:v>
                </c:pt>
                <c:pt idx="339">
                  <c:v>0.94548005</c:v>
                </c:pt>
                <c:pt idx="340">
                  <c:v>0.94429111</c:v>
                </c:pt>
                <c:pt idx="341">
                  <c:v>0.94318295</c:v>
                </c:pt>
                <c:pt idx="342">
                  <c:v>0.94211096</c:v>
                </c:pt>
                <c:pt idx="343">
                  <c:v>0.94103146</c:v>
                </c:pt>
                <c:pt idx="344">
                  <c:v>0.93997478</c:v>
                </c:pt>
                <c:pt idx="345">
                  <c:v>0.93898034</c:v>
                </c:pt>
                <c:pt idx="346">
                  <c:v>0.93802518</c:v>
                </c:pt>
                <c:pt idx="347">
                  <c:v>0.93706888</c:v>
                </c:pt>
                <c:pt idx="348">
                  <c:v>0.93612242</c:v>
                </c:pt>
                <c:pt idx="349">
                  <c:v>0.9352209</c:v>
                </c:pt>
                <c:pt idx="350">
                  <c:v>0.93436515</c:v>
                </c:pt>
                <c:pt idx="351">
                  <c:v>0.93352944</c:v>
                </c:pt>
                <c:pt idx="352">
                  <c:v>0.93270206</c:v>
                </c:pt>
                <c:pt idx="353">
                  <c:v>0.93189067</c:v>
                </c:pt>
                <c:pt idx="354">
                  <c:v>0.93110991</c:v>
                </c:pt>
                <c:pt idx="355">
                  <c:v>0.93036145</c:v>
                </c:pt>
                <c:pt idx="356">
                  <c:v>0.92963421</c:v>
                </c:pt>
                <c:pt idx="357">
                  <c:v>0.92892057</c:v>
                </c:pt>
                <c:pt idx="358">
                  <c:v>0.92821813</c:v>
                </c:pt>
                <c:pt idx="359">
                  <c:v>0.92753172</c:v>
                </c:pt>
                <c:pt idx="360">
                  <c:v>0.92686772</c:v>
                </c:pt>
                <c:pt idx="361">
                  <c:v>0.92622471</c:v>
                </c:pt>
                <c:pt idx="362">
                  <c:v>0.92559987</c:v>
                </c:pt>
                <c:pt idx="363">
                  <c:v>0.92498928</c:v>
                </c:pt>
                <c:pt idx="364">
                  <c:v>0.92438906</c:v>
                </c:pt>
                <c:pt idx="365">
                  <c:v>0.92379969</c:v>
                </c:pt>
                <c:pt idx="366">
                  <c:v>0.92322201</c:v>
                </c:pt>
                <c:pt idx="367">
                  <c:v>0.9226563</c:v>
                </c:pt>
                <c:pt idx="368">
                  <c:v>0.92210501</c:v>
                </c:pt>
                <c:pt idx="369">
                  <c:v>0.92156672</c:v>
                </c:pt>
                <c:pt idx="370">
                  <c:v>0.92104024</c:v>
                </c:pt>
                <c:pt idx="371">
                  <c:v>0.92052448</c:v>
                </c:pt>
                <c:pt idx="372">
                  <c:v>0.92001915</c:v>
                </c:pt>
                <c:pt idx="373">
                  <c:v>0.91952497</c:v>
                </c:pt>
                <c:pt idx="374">
                  <c:v>0.91904354</c:v>
                </c:pt>
                <c:pt idx="375">
                  <c:v>0.91857135</c:v>
                </c:pt>
                <c:pt idx="376">
                  <c:v>0.91810709</c:v>
                </c:pt>
                <c:pt idx="377">
                  <c:v>0.91764951</c:v>
                </c:pt>
                <c:pt idx="378">
                  <c:v>0.91719621</c:v>
                </c:pt>
                <c:pt idx="379">
                  <c:v>0.9167403</c:v>
                </c:pt>
                <c:pt idx="380">
                  <c:v>0.91628528</c:v>
                </c:pt>
                <c:pt idx="381">
                  <c:v>0.91583616</c:v>
                </c:pt>
                <c:pt idx="382">
                  <c:v>0.91539681</c:v>
                </c:pt>
                <c:pt idx="383">
                  <c:v>0.91496778</c:v>
                </c:pt>
                <c:pt idx="384">
                  <c:v>0.91454893</c:v>
                </c:pt>
                <c:pt idx="385">
                  <c:v>0.91414046</c:v>
                </c:pt>
                <c:pt idx="386">
                  <c:v>0.91373789</c:v>
                </c:pt>
                <c:pt idx="387">
                  <c:v>0.91333807</c:v>
                </c:pt>
                <c:pt idx="388">
                  <c:v>0.91294014</c:v>
                </c:pt>
                <c:pt idx="389">
                  <c:v>0.91254234</c:v>
                </c:pt>
                <c:pt idx="390">
                  <c:v>0.91214436</c:v>
                </c:pt>
                <c:pt idx="391">
                  <c:v>0.91174805</c:v>
                </c:pt>
                <c:pt idx="392">
                  <c:v>0.91135949</c:v>
                </c:pt>
                <c:pt idx="393">
                  <c:v>0.91097671</c:v>
                </c:pt>
                <c:pt idx="394">
                  <c:v>0.91059732</c:v>
                </c:pt>
                <c:pt idx="395">
                  <c:v>0.91022295</c:v>
                </c:pt>
                <c:pt idx="396">
                  <c:v>0.90985352</c:v>
                </c:pt>
                <c:pt idx="397">
                  <c:v>0.90948665</c:v>
                </c:pt>
                <c:pt idx="398">
                  <c:v>0.90912175</c:v>
                </c:pt>
                <c:pt idx="399">
                  <c:v>0.90875942</c:v>
                </c:pt>
                <c:pt idx="400">
                  <c:v>0.90839827</c:v>
                </c:pt>
                <c:pt idx="401">
                  <c:v>0.90803921</c:v>
                </c:pt>
                <c:pt idx="402">
                  <c:v>0.907682</c:v>
                </c:pt>
                <c:pt idx="403">
                  <c:v>0.90732843</c:v>
                </c:pt>
                <c:pt idx="404">
                  <c:v>0.90697718</c:v>
                </c:pt>
                <c:pt idx="405">
                  <c:v>0.90662795</c:v>
                </c:pt>
                <c:pt idx="406">
                  <c:v>0.90628147</c:v>
                </c:pt>
                <c:pt idx="407">
                  <c:v>0.90593684</c:v>
                </c:pt>
                <c:pt idx="408">
                  <c:v>0.90559632</c:v>
                </c:pt>
                <c:pt idx="409">
                  <c:v>0.90525824</c:v>
                </c:pt>
                <c:pt idx="410">
                  <c:v>0.90492195</c:v>
                </c:pt>
                <c:pt idx="411">
                  <c:v>0.90458679</c:v>
                </c:pt>
                <c:pt idx="412">
                  <c:v>0.90425229</c:v>
                </c:pt>
                <c:pt idx="413">
                  <c:v>0.90392113</c:v>
                </c:pt>
                <c:pt idx="414">
                  <c:v>0.90359199</c:v>
                </c:pt>
                <c:pt idx="415">
                  <c:v>0.90326458</c:v>
                </c:pt>
                <c:pt idx="416">
                  <c:v>0.90293938</c:v>
                </c:pt>
                <c:pt idx="417">
                  <c:v>0.9026159</c:v>
                </c:pt>
                <c:pt idx="418">
                  <c:v>0.90229571</c:v>
                </c:pt>
                <c:pt idx="419">
                  <c:v>0.90198058</c:v>
                </c:pt>
                <c:pt idx="420">
                  <c:v>0.90167534</c:v>
                </c:pt>
                <c:pt idx="421">
                  <c:v>0.90138829</c:v>
                </c:pt>
                <c:pt idx="422">
                  <c:v>0.90112674</c:v>
                </c:pt>
                <c:pt idx="423">
                  <c:v>0.90087855</c:v>
                </c:pt>
                <c:pt idx="424">
                  <c:v>0.90058488</c:v>
                </c:pt>
                <c:pt idx="425">
                  <c:v>0.90019959</c:v>
                </c:pt>
                <c:pt idx="426">
                  <c:v>0.89980435</c:v>
                </c:pt>
                <c:pt idx="427">
                  <c:v>0.89951307</c:v>
                </c:pt>
                <c:pt idx="428">
                  <c:v>0.89928436</c:v>
                </c:pt>
                <c:pt idx="429">
                  <c:v>0.89899141</c:v>
                </c:pt>
                <c:pt idx="430">
                  <c:v>0.89862865</c:v>
                </c:pt>
                <c:pt idx="431">
                  <c:v>0.89831495</c:v>
                </c:pt>
                <c:pt idx="432">
                  <c:v>0.89806843</c:v>
                </c:pt>
                <c:pt idx="433">
                  <c:v>0.89779139</c:v>
                </c:pt>
                <c:pt idx="434">
                  <c:v>0.8974582</c:v>
                </c:pt>
                <c:pt idx="435">
                  <c:v>0.89715391</c:v>
                </c:pt>
                <c:pt idx="436">
                  <c:v>0.89689898</c:v>
                </c:pt>
                <c:pt idx="437">
                  <c:v>0.89662129</c:v>
                </c:pt>
                <c:pt idx="438">
                  <c:v>0.89630824</c:v>
                </c:pt>
                <c:pt idx="439">
                  <c:v>0.89601833</c:v>
                </c:pt>
                <c:pt idx="440">
                  <c:v>0.89575833</c:v>
                </c:pt>
                <c:pt idx="441">
                  <c:v>0.89547831</c:v>
                </c:pt>
                <c:pt idx="442">
                  <c:v>0.8951757</c:v>
                </c:pt>
                <c:pt idx="443">
                  <c:v>0.89489216</c:v>
                </c:pt>
                <c:pt idx="444">
                  <c:v>0.89462811</c:v>
                </c:pt>
                <c:pt idx="445">
                  <c:v>0.89434749</c:v>
                </c:pt>
                <c:pt idx="446">
                  <c:v>0.89405364</c:v>
                </c:pt>
                <c:pt idx="447">
                  <c:v>0.89377624</c:v>
                </c:pt>
                <c:pt idx="448">
                  <c:v>0.89350986</c:v>
                </c:pt>
                <c:pt idx="449">
                  <c:v>0.89323092</c:v>
                </c:pt>
                <c:pt idx="450">
                  <c:v>0.89294487</c:v>
                </c:pt>
                <c:pt idx="451">
                  <c:v>0.8926692</c:v>
                </c:pt>
                <c:pt idx="452">
                  <c:v>0.89240056</c:v>
                </c:pt>
                <c:pt idx="453">
                  <c:v>0.89212418</c:v>
                </c:pt>
                <c:pt idx="454">
                  <c:v>0.89184219</c:v>
                </c:pt>
                <c:pt idx="455">
                  <c:v>0.89156592</c:v>
                </c:pt>
                <c:pt idx="456">
                  <c:v>0.89129317</c:v>
                </c:pt>
                <c:pt idx="457">
                  <c:v>0.89101619</c:v>
                </c:pt>
                <c:pt idx="458">
                  <c:v>0.89073473</c:v>
                </c:pt>
                <c:pt idx="459">
                  <c:v>0.89045674</c:v>
                </c:pt>
                <c:pt idx="460">
                  <c:v>0.89018214</c:v>
                </c:pt>
                <c:pt idx="461">
                  <c:v>0.88990462</c:v>
                </c:pt>
                <c:pt idx="462">
                  <c:v>0.88962424</c:v>
                </c:pt>
                <c:pt idx="463">
                  <c:v>0.88934422</c:v>
                </c:pt>
                <c:pt idx="464">
                  <c:v>0.88906562</c:v>
                </c:pt>
                <c:pt idx="465">
                  <c:v>0.88878638</c:v>
                </c:pt>
                <c:pt idx="466">
                  <c:v>0.88850349</c:v>
                </c:pt>
                <c:pt idx="467">
                  <c:v>0.88821822</c:v>
                </c:pt>
                <c:pt idx="468">
                  <c:v>0.8879326</c:v>
                </c:pt>
                <c:pt idx="469">
                  <c:v>0.88764733</c:v>
                </c:pt>
                <c:pt idx="470">
                  <c:v>0.88735861</c:v>
                </c:pt>
                <c:pt idx="471">
                  <c:v>0.88706714</c:v>
                </c:pt>
                <c:pt idx="472">
                  <c:v>0.88677442</c:v>
                </c:pt>
                <c:pt idx="473">
                  <c:v>0.88648087</c:v>
                </c:pt>
                <c:pt idx="474">
                  <c:v>0.88618422</c:v>
                </c:pt>
                <c:pt idx="475">
                  <c:v>0.88588434</c:v>
                </c:pt>
                <c:pt idx="476">
                  <c:v>0.88558185</c:v>
                </c:pt>
                <c:pt idx="477">
                  <c:v>0.88527739</c:v>
                </c:pt>
                <c:pt idx="478">
                  <c:v>0.88497084</c:v>
                </c:pt>
                <c:pt idx="479">
                  <c:v>0.8846615</c:v>
                </c:pt>
                <c:pt idx="480">
                  <c:v>0.88434976</c:v>
                </c:pt>
                <c:pt idx="481">
                  <c:v>0.88403422</c:v>
                </c:pt>
                <c:pt idx="482">
                  <c:v>0.88371634</c:v>
                </c:pt>
                <c:pt idx="483">
                  <c:v>0.88339531</c:v>
                </c:pt>
                <c:pt idx="484">
                  <c:v>0.8830719</c:v>
                </c:pt>
                <c:pt idx="485">
                  <c:v>0.88274419</c:v>
                </c:pt>
                <c:pt idx="486">
                  <c:v>0.88241249</c:v>
                </c:pt>
                <c:pt idx="487">
                  <c:v>0.8820771</c:v>
                </c:pt>
                <c:pt idx="488">
                  <c:v>0.88173795</c:v>
                </c:pt>
                <c:pt idx="489">
                  <c:v>0.88139534</c:v>
                </c:pt>
                <c:pt idx="490">
                  <c:v>0.88105017</c:v>
                </c:pt>
                <c:pt idx="491">
                  <c:v>0.88070238</c:v>
                </c:pt>
                <c:pt idx="492">
                  <c:v>0.88035148</c:v>
                </c:pt>
                <c:pt idx="493">
                  <c:v>0.87999642</c:v>
                </c:pt>
                <c:pt idx="494">
                  <c:v>0.87963915</c:v>
                </c:pt>
                <c:pt idx="495">
                  <c:v>0.87928045</c:v>
                </c:pt>
                <c:pt idx="496">
                  <c:v>0.87891895</c:v>
                </c:pt>
                <c:pt idx="497">
                  <c:v>0.87855518</c:v>
                </c:pt>
                <c:pt idx="498">
                  <c:v>0.8781904</c:v>
                </c:pt>
                <c:pt idx="499">
                  <c:v>0.87782449</c:v>
                </c:pt>
                <c:pt idx="500">
                  <c:v>0.87745756</c:v>
                </c:pt>
                <c:pt idx="501">
                  <c:v>0.87708998</c:v>
                </c:pt>
                <c:pt idx="502">
                  <c:v>0.87672222</c:v>
                </c:pt>
                <c:pt idx="503">
                  <c:v>0.87635618</c:v>
                </c:pt>
                <c:pt idx="504">
                  <c:v>0.8759926</c:v>
                </c:pt>
                <c:pt idx="505">
                  <c:v>0.87562913</c:v>
                </c:pt>
                <c:pt idx="506">
                  <c:v>0.8752681</c:v>
                </c:pt>
                <c:pt idx="507">
                  <c:v>0.87491053</c:v>
                </c:pt>
                <c:pt idx="508">
                  <c:v>0.87455583</c:v>
                </c:pt>
                <c:pt idx="509">
                  <c:v>0.87420505</c:v>
                </c:pt>
                <c:pt idx="510">
                  <c:v>0.87385905</c:v>
                </c:pt>
                <c:pt idx="511">
                  <c:v>0.87351924</c:v>
                </c:pt>
                <c:pt idx="512">
                  <c:v>0.87318605</c:v>
                </c:pt>
                <c:pt idx="513">
                  <c:v>0.87285984</c:v>
                </c:pt>
                <c:pt idx="514">
                  <c:v>0.87254143</c:v>
                </c:pt>
                <c:pt idx="515">
                  <c:v>0.87222958</c:v>
                </c:pt>
                <c:pt idx="516">
                  <c:v>0.87192464</c:v>
                </c:pt>
                <c:pt idx="517">
                  <c:v>0.87162942</c:v>
                </c:pt>
                <c:pt idx="518">
                  <c:v>0.87134153</c:v>
                </c:pt>
                <c:pt idx="519">
                  <c:v>0.8710627</c:v>
                </c:pt>
                <c:pt idx="520">
                  <c:v>0.87079096</c:v>
                </c:pt>
                <c:pt idx="521">
                  <c:v>0.87052631</c:v>
                </c:pt>
                <c:pt idx="522">
                  <c:v>0.87026972</c:v>
                </c:pt>
                <c:pt idx="523">
                  <c:v>0.87002021</c:v>
                </c:pt>
                <c:pt idx="524">
                  <c:v>0.86977768</c:v>
                </c:pt>
                <c:pt idx="525">
                  <c:v>0.86954141</c:v>
                </c:pt>
                <c:pt idx="526">
                  <c:v>0.86931121</c:v>
                </c:pt>
                <c:pt idx="527">
                  <c:v>0.86908621</c:v>
                </c:pt>
                <c:pt idx="528">
                  <c:v>0.86886722</c:v>
                </c:pt>
                <c:pt idx="529">
                  <c:v>0.86865366</c:v>
                </c:pt>
                <c:pt idx="530">
                  <c:v>0.86844414</c:v>
                </c:pt>
                <c:pt idx="531">
                  <c:v>0.8682375</c:v>
                </c:pt>
                <c:pt idx="532">
                  <c:v>0.86803412</c:v>
                </c:pt>
                <c:pt idx="533">
                  <c:v>0.86783385</c:v>
                </c:pt>
                <c:pt idx="534">
                  <c:v>0.86763692</c:v>
                </c:pt>
                <c:pt idx="535">
                  <c:v>0.8674432</c:v>
                </c:pt>
                <c:pt idx="536">
                  <c:v>0.86725241</c:v>
                </c:pt>
                <c:pt idx="537">
                  <c:v>0.86706537</c:v>
                </c:pt>
                <c:pt idx="538">
                  <c:v>0.86688173</c:v>
                </c:pt>
                <c:pt idx="539">
                  <c:v>0.86669981</c:v>
                </c:pt>
                <c:pt idx="540">
                  <c:v>0.8665204</c:v>
                </c:pt>
                <c:pt idx="541">
                  <c:v>0.86634284</c:v>
                </c:pt>
                <c:pt idx="542">
                  <c:v>0.86616546</c:v>
                </c:pt>
                <c:pt idx="543">
                  <c:v>0.86598736</c:v>
                </c:pt>
                <c:pt idx="544">
                  <c:v>0.86580837</c:v>
                </c:pt>
                <c:pt idx="545">
                  <c:v>0.86562932</c:v>
                </c:pt>
                <c:pt idx="546">
                  <c:v>0.8654511</c:v>
                </c:pt>
                <c:pt idx="547">
                  <c:v>0.86527544</c:v>
                </c:pt>
                <c:pt idx="548">
                  <c:v>0.86510438</c:v>
                </c:pt>
                <c:pt idx="549">
                  <c:v>0.86493874</c:v>
                </c:pt>
                <c:pt idx="550">
                  <c:v>0.86477768</c:v>
                </c:pt>
                <c:pt idx="551">
                  <c:v>0.86462027</c:v>
                </c:pt>
                <c:pt idx="552">
                  <c:v>0.86446476</c:v>
                </c:pt>
                <c:pt idx="553">
                  <c:v>0.86431068</c:v>
                </c:pt>
                <c:pt idx="554">
                  <c:v>0.86415666</c:v>
                </c:pt>
                <c:pt idx="555">
                  <c:v>0.86400181</c:v>
                </c:pt>
                <c:pt idx="556">
                  <c:v>0.86384672</c:v>
                </c:pt>
                <c:pt idx="557">
                  <c:v>0.8636921</c:v>
                </c:pt>
                <c:pt idx="558">
                  <c:v>0.86353868</c:v>
                </c:pt>
                <c:pt idx="559">
                  <c:v>0.86338717</c:v>
                </c:pt>
                <c:pt idx="560">
                  <c:v>0.86323786</c:v>
                </c:pt>
                <c:pt idx="561">
                  <c:v>0.86309141</c:v>
                </c:pt>
                <c:pt idx="562">
                  <c:v>0.86294812</c:v>
                </c:pt>
                <c:pt idx="563">
                  <c:v>0.86280662</c:v>
                </c:pt>
                <c:pt idx="564">
                  <c:v>0.86266667</c:v>
                </c:pt>
                <c:pt idx="565">
                  <c:v>0.86252838</c:v>
                </c:pt>
                <c:pt idx="566">
                  <c:v>0.86239058</c:v>
                </c:pt>
                <c:pt idx="567">
                  <c:v>0.86225212</c:v>
                </c:pt>
                <c:pt idx="568">
                  <c:v>0.86211467</c:v>
                </c:pt>
                <c:pt idx="569">
                  <c:v>0.8619777</c:v>
                </c:pt>
                <c:pt idx="570">
                  <c:v>0.86184078</c:v>
                </c:pt>
                <c:pt idx="571">
                  <c:v>0.86170411</c:v>
                </c:pt>
                <c:pt idx="572">
                  <c:v>0.86156851</c:v>
                </c:pt>
                <c:pt idx="573">
                  <c:v>0.86143535</c:v>
                </c:pt>
                <c:pt idx="574">
                  <c:v>0.86130375</c:v>
                </c:pt>
                <c:pt idx="575">
                  <c:v>0.86117375</c:v>
                </c:pt>
                <c:pt idx="576">
                  <c:v>0.86104542</c:v>
                </c:pt>
                <c:pt idx="577">
                  <c:v>0.86091793</c:v>
                </c:pt>
                <c:pt idx="578">
                  <c:v>0.86079162</c:v>
                </c:pt>
                <c:pt idx="579">
                  <c:v>0.86066568</c:v>
                </c:pt>
                <c:pt idx="580">
                  <c:v>0.86054081</c:v>
                </c:pt>
                <c:pt idx="581">
                  <c:v>0.86041683</c:v>
                </c:pt>
                <c:pt idx="582">
                  <c:v>0.86029351</c:v>
                </c:pt>
                <c:pt idx="583">
                  <c:v>0.8601715</c:v>
                </c:pt>
                <c:pt idx="584">
                  <c:v>0.86005181</c:v>
                </c:pt>
                <c:pt idx="585">
                  <c:v>0.85993242</c:v>
                </c:pt>
                <c:pt idx="586">
                  <c:v>0.85981333</c:v>
                </c:pt>
                <c:pt idx="587">
                  <c:v>0.85969543</c:v>
                </c:pt>
                <c:pt idx="588">
                  <c:v>0.85957778</c:v>
                </c:pt>
                <c:pt idx="589">
                  <c:v>0.85945994</c:v>
                </c:pt>
                <c:pt idx="590">
                  <c:v>0.85934174</c:v>
                </c:pt>
                <c:pt idx="591">
                  <c:v>0.85922235</c:v>
                </c:pt>
                <c:pt idx="592">
                  <c:v>0.85910201</c:v>
                </c:pt>
                <c:pt idx="593">
                  <c:v>0.85898215</c:v>
                </c:pt>
                <c:pt idx="594">
                  <c:v>0.85886288</c:v>
                </c:pt>
                <c:pt idx="595">
                  <c:v>0.85874504</c:v>
                </c:pt>
                <c:pt idx="596">
                  <c:v>0.85862851</c:v>
                </c:pt>
                <c:pt idx="597">
                  <c:v>0.85851276</c:v>
                </c:pt>
                <c:pt idx="598">
                  <c:v>0.85839808</c:v>
                </c:pt>
                <c:pt idx="599">
                  <c:v>0.85828382</c:v>
                </c:pt>
                <c:pt idx="600">
                  <c:v>0.85817093</c:v>
                </c:pt>
                <c:pt idx="601">
                  <c:v>0.85805798</c:v>
                </c:pt>
                <c:pt idx="602">
                  <c:v>0.85794544</c:v>
                </c:pt>
                <c:pt idx="603">
                  <c:v>0.85783398</c:v>
                </c:pt>
                <c:pt idx="604">
                  <c:v>0.85772347</c:v>
                </c:pt>
                <c:pt idx="605">
                  <c:v>0.85761243</c:v>
                </c:pt>
                <c:pt idx="606">
                  <c:v>0.85750222</c:v>
                </c:pt>
                <c:pt idx="607">
                  <c:v>0.85739261</c:v>
                </c:pt>
                <c:pt idx="608">
                  <c:v>0.85728306</c:v>
                </c:pt>
                <c:pt idx="609">
                  <c:v>0.8571732</c:v>
                </c:pt>
                <c:pt idx="610">
                  <c:v>0.85706246</c:v>
                </c:pt>
                <c:pt idx="611">
                  <c:v>0.85695052</c:v>
                </c:pt>
                <c:pt idx="612">
                  <c:v>0.85683703</c:v>
                </c:pt>
                <c:pt idx="613">
                  <c:v>0.856722</c:v>
                </c:pt>
                <c:pt idx="614">
                  <c:v>0.85660571</c:v>
                </c:pt>
                <c:pt idx="615">
                  <c:v>0.85649025</c:v>
                </c:pt>
                <c:pt idx="616">
                  <c:v>0.85637629</c:v>
                </c:pt>
                <c:pt idx="617">
                  <c:v>0.85626376</c:v>
                </c:pt>
                <c:pt idx="618">
                  <c:v>0.85615188</c:v>
                </c:pt>
                <c:pt idx="619">
                  <c:v>0.85604036</c:v>
                </c:pt>
                <c:pt idx="620">
                  <c:v>0.85592943</c:v>
                </c:pt>
                <c:pt idx="621">
                  <c:v>0.8558197</c:v>
                </c:pt>
                <c:pt idx="622">
                  <c:v>0.85570997</c:v>
                </c:pt>
                <c:pt idx="623">
                  <c:v>0.85560095</c:v>
                </c:pt>
                <c:pt idx="624">
                  <c:v>0.85549307</c:v>
                </c:pt>
                <c:pt idx="625">
                  <c:v>0.8553859</c:v>
                </c:pt>
                <c:pt idx="626">
                  <c:v>0.85527819</c:v>
                </c:pt>
                <c:pt idx="627">
                  <c:v>0.85516894</c:v>
                </c:pt>
                <c:pt idx="628">
                  <c:v>0.8550567</c:v>
                </c:pt>
                <c:pt idx="629">
                  <c:v>0.85494125</c:v>
                </c:pt>
                <c:pt idx="630">
                  <c:v>0.85482389</c:v>
                </c:pt>
                <c:pt idx="631">
                  <c:v>0.85470575</c:v>
                </c:pt>
                <c:pt idx="632">
                  <c:v>0.85458875</c:v>
                </c:pt>
                <c:pt idx="633">
                  <c:v>0.85447413</c:v>
                </c:pt>
                <c:pt idx="634">
                  <c:v>0.85436177</c:v>
                </c:pt>
                <c:pt idx="635">
                  <c:v>0.85425085</c:v>
                </c:pt>
                <c:pt idx="636">
                  <c:v>0.85414171</c:v>
                </c:pt>
                <c:pt idx="637">
                  <c:v>0.85403365</c:v>
                </c:pt>
                <c:pt idx="638">
                  <c:v>0.85392511</c:v>
                </c:pt>
                <c:pt idx="639">
                  <c:v>0.85381633</c:v>
                </c:pt>
                <c:pt idx="640">
                  <c:v>0.85370654</c:v>
                </c:pt>
                <c:pt idx="641">
                  <c:v>0.85359412</c:v>
                </c:pt>
                <c:pt idx="642">
                  <c:v>0.85347849</c:v>
                </c:pt>
                <c:pt idx="643">
                  <c:v>0.85336149</c:v>
                </c:pt>
                <c:pt idx="644">
                  <c:v>0.85324413</c:v>
                </c:pt>
                <c:pt idx="645">
                  <c:v>0.85312736</c:v>
                </c:pt>
                <c:pt idx="646">
                  <c:v>0.85301232</c:v>
                </c:pt>
                <c:pt idx="647">
                  <c:v>0.85289955</c:v>
                </c:pt>
                <c:pt idx="648">
                  <c:v>0.85278863</c:v>
                </c:pt>
                <c:pt idx="649">
                  <c:v>0.85267836</c:v>
                </c:pt>
                <c:pt idx="650">
                  <c:v>0.85256898</c:v>
                </c:pt>
                <c:pt idx="651">
                  <c:v>0.8524605</c:v>
                </c:pt>
                <c:pt idx="652">
                  <c:v>0.85235071</c:v>
                </c:pt>
                <c:pt idx="653">
                  <c:v>0.85223967</c:v>
                </c:pt>
                <c:pt idx="654">
                  <c:v>0.85212827</c:v>
                </c:pt>
                <c:pt idx="655">
                  <c:v>0.85201448</c:v>
                </c:pt>
                <c:pt idx="656">
                  <c:v>0.85189968</c:v>
                </c:pt>
                <c:pt idx="657">
                  <c:v>0.85178441</c:v>
                </c:pt>
                <c:pt idx="658">
                  <c:v>0.85166973</c:v>
                </c:pt>
                <c:pt idx="659">
                  <c:v>0.85155588</c:v>
                </c:pt>
                <c:pt idx="660">
                  <c:v>0.85144371</c:v>
                </c:pt>
                <c:pt idx="661">
                  <c:v>0.85133314</c:v>
                </c:pt>
                <c:pt idx="662">
                  <c:v>0.85122305</c:v>
                </c:pt>
                <c:pt idx="663">
                  <c:v>0.85111362</c:v>
                </c:pt>
                <c:pt idx="664">
                  <c:v>0.85100532</c:v>
                </c:pt>
                <c:pt idx="665">
                  <c:v>0.85089791</c:v>
                </c:pt>
                <c:pt idx="666">
                  <c:v>0.85079211</c:v>
                </c:pt>
                <c:pt idx="667">
                  <c:v>0.85068703</c:v>
                </c:pt>
                <c:pt idx="668">
                  <c:v>0.85058218</c:v>
                </c:pt>
                <c:pt idx="669">
                  <c:v>0.85047746</c:v>
                </c:pt>
                <c:pt idx="670">
                  <c:v>0.8503713</c:v>
                </c:pt>
                <c:pt idx="671">
                  <c:v>0.8502633</c:v>
                </c:pt>
                <c:pt idx="672">
                  <c:v>0.85015285</c:v>
                </c:pt>
                <c:pt idx="673">
                  <c:v>0.85004133</c:v>
                </c:pt>
                <c:pt idx="674">
                  <c:v>0.84992993</c:v>
                </c:pt>
                <c:pt idx="675">
                  <c:v>0.84981972</c:v>
                </c:pt>
                <c:pt idx="676">
                  <c:v>0.84971154</c:v>
                </c:pt>
                <c:pt idx="677">
                  <c:v>0.84960538</c:v>
                </c:pt>
                <c:pt idx="678">
                  <c:v>0.84950072</c:v>
                </c:pt>
                <c:pt idx="679">
                  <c:v>0.84939742</c:v>
                </c:pt>
                <c:pt idx="680">
                  <c:v>0.84929574</c:v>
                </c:pt>
                <c:pt idx="681">
                  <c:v>0.84919471</c:v>
                </c:pt>
                <c:pt idx="682">
                  <c:v>0.84909505</c:v>
                </c:pt>
                <c:pt idx="683">
                  <c:v>0.84899622</c:v>
                </c:pt>
                <c:pt idx="684">
                  <c:v>0.84889776</c:v>
                </c:pt>
                <c:pt idx="685">
                  <c:v>0.8488003</c:v>
                </c:pt>
                <c:pt idx="686">
                  <c:v>0.84870297</c:v>
                </c:pt>
                <c:pt idx="687">
                  <c:v>0.84860533</c:v>
                </c:pt>
                <c:pt idx="688">
                  <c:v>0.84850568</c:v>
                </c:pt>
                <c:pt idx="689">
                  <c:v>0.84840375</c:v>
                </c:pt>
                <c:pt idx="690">
                  <c:v>0.84829962</c:v>
                </c:pt>
                <c:pt idx="691">
                  <c:v>0.84819418</c:v>
                </c:pt>
                <c:pt idx="692">
                  <c:v>0.84809065</c:v>
                </c:pt>
                <c:pt idx="693">
                  <c:v>0.84798986</c:v>
                </c:pt>
                <c:pt idx="694">
                  <c:v>0.84789222</c:v>
                </c:pt>
                <c:pt idx="695">
                  <c:v>0.84779781</c:v>
                </c:pt>
                <c:pt idx="696">
                  <c:v>0.84770548</c:v>
                </c:pt>
                <c:pt idx="697">
                  <c:v>0.84761429</c:v>
                </c:pt>
                <c:pt idx="698">
                  <c:v>0.84752327</c:v>
                </c:pt>
                <c:pt idx="699">
                  <c:v>0.84743249</c:v>
                </c:pt>
                <c:pt idx="700">
                  <c:v>0.84734052</c:v>
                </c:pt>
                <c:pt idx="701">
                  <c:v>0.84724748</c:v>
                </c:pt>
                <c:pt idx="702">
                  <c:v>0.84715295</c:v>
                </c:pt>
                <c:pt idx="703">
                  <c:v>0.84705675</c:v>
                </c:pt>
                <c:pt idx="704">
                  <c:v>0.84695989</c:v>
                </c:pt>
                <c:pt idx="705">
                  <c:v>0.84686387</c:v>
                </c:pt>
                <c:pt idx="706">
                  <c:v>0.84676957</c:v>
                </c:pt>
                <c:pt idx="707">
                  <c:v>0.84667742</c:v>
                </c:pt>
                <c:pt idx="708">
                  <c:v>0.84658718</c:v>
                </c:pt>
                <c:pt idx="709">
                  <c:v>0.84649813</c:v>
                </c:pt>
                <c:pt idx="710">
                  <c:v>0.84640986</c:v>
                </c:pt>
                <c:pt idx="711">
                  <c:v>0.84632272</c:v>
                </c:pt>
                <c:pt idx="712">
                  <c:v>0.84623706</c:v>
                </c:pt>
                <c:pt idx="713">
                  <c:v>0.84615266</c:v>
                </c:pt>
                <c:pt idx="714">
                  <c:v>0.84606969</c:v>
                </c:pt>
                <c:pt idx="715">
                  <c:v>0.84598899</c:v>
                </c:pt>
                <c:pt idx="716">
                  <c:v>0.84590983</c:v>
                </c:pt>
                <c:pt idx="717">
                  <c:v>0.84583205</c:v>
                </c:pt>
                <c:pt idx="718">
                  <c:v>0.84575522</c:v>
                </c:pt>
                <c:pt idx="719">
                  <c:v>0.84567672</c:v>
                </c:pt>
                <c:pt idx="720">
                  <c:v>0.84559458</c:v>
                </c:pt>
                <c:pt idx="721">
                  <c:v>0.84550589</c:v>
                </c:pt>
                <c:pt idx="722">
                  <c:v>0.84541243</c:v>
                </c:pt>
                <c:pt idx="723">
                  <c:v>0.84531683</c:v>
                </c:pt>
                <c:pt idx="724">
                  <c:v>0.84522462</c:v>
                </c:pt>
                <c:pt idx="725">
                  <c:v>0.84513903</c:v>
                </c:pt>
                <c:pt idx="726">
                  <c:v>0.84506088</c:v>
                </c:pt>
                <c:pt idx="727">
                  <c:v>0.84498823</c:v>
                </c:pt>
                <c:pt idx="728">
                  <c:v>0.84491694</c:v>
                </c:pt>
                <c:pt idx="729">
                  <c:v>0.84484464</c:v>
                </c:pt>
                <c:pt idx="730">
                  <c:v>0.84476864</c:v>
                </c:pt>
                <c:pt idx="731">
                  <c:v>0.8446883</c:v>
                </c:pt>
                <c:pt idx="732">
                  <c:v>0.84460461</c:v>
                </c:pt>
                <c:pt idx="733">
                  <c:v>0.84451854</c:v>
                </c:pt>
                <c:pt idx="734">
                  <c:v>0.84443361</c:v>
                </c:pt>
                <c:pt idx="735">
                  <c:v>0.84435236</c:v>
                </c:pt>
                <c:pt idx="736">
                  <c:v>0.84427571</c:v>
                </c:pt>
                <c:pt idx="737">
                  <c:v>0.84420252</c:v>
                </c:pt>
                <c:pt idx="738">
                  <c:v>0.84413135</c:v>
                </c:pt>
                <c:pt idx="739">
                  <c:v>0.8440609</c:v>
                </c:pt>
                <c:pt idx="740">
                  <c:v>0.84398973</c:v>
                </c:pt>
                <c:pt idx="741">
                  <c:v>0.84391749</c:v>
                </c:pt>
                <c:pt idx="742">
                  <c:v>0.84384304</c:v>
                </c:pt>
                <c:pt idx="743">
                  <c:v>0.84376746</c:v>
                </c:pt>
                <c:pt idx="744">
                  <c:v>0.84369105</c:v>
                </c:pt>
                <c:pt idx="745">
                  <c:v>0.843615</c:v>
                </c:pt>
                <c:pt idx="746">
                  <c:v>0.84353989</c:v>
                </c:pt>
                <c:pt idx="747">
                  <c:v>0.8434664</c:v>
                </c:pt>
                <c:pt idx="748">
                  <c:v>0.84339458</c:v>
                </c:pt>
                <c:pt idx="749">
                  <c:v>0.84332395</c:v>
                </c:pt>
                <c:pt idx="750">
                  <c:v>0.84325457</c:v>
                </c:pt>
                <c:pt idx="751">
                  <c:v>0.84318602</c:v>
                </c:pt>
                <c:pt idx="752">
                  <c:v>0.84311849</c:v>
                </c:pt>
                <c:pt idx="753">
                  <c:v>0.84305131</c:v>
                </c:pt>
                <c:pt idx="754">
                  <c:v>0.84298503</c:v>
                </c:pt>
                <c:pt idx="755">
                  <c:v>0.84291995</c:v>
                </c:pt>
                <c:pt idx="756">
                  <c:v>0.84285456</c:v>
                </c:pt>
                <c:pt idx="757">
                  <c:v>0.84278989</c:v>
                </c:pt>
                <c:pt idx="758">
                  <c:v>0.8427242</c:v>
                </c:pt>
                <c:pt idx="759">
                  <c:v>0.84265798</c:v>
                </c:pt>
                <c:pt idx="760">
                  <c:v>0.84259003</c:v>
                </c:pt>
                <c:pt idx="761">
                  <c:v>0.84252036</c:v>
                </c:pt>
                <c:pt idx="762">
                  <c:v>0.84244972</c:v>
                </c:pt>
                <c:pt idx="763">
                  <c:v>0.84237909</c:v>
                </c:pt>
                <c:pt idx="764">
                  <c:v>0.84230918</c:v>
                </c:pt>
                <c:pt idx="765">
                  <c:v>0.84224051</c:v>
                </c:pt>
                <c:pt idx="766">
                  <c:v>0.84217334</c:v>
                </c:pt>
                <c:pt idx="767">
                  <c:v>0.84210753</c:v>
                </c:pt>
                <c:pt idx="768">
                  <c:v>0.8420431</c:v>
                </c:pt>
                <c:pt idx="769">
                  <c:v>0.84197944</c:v>
                </c:pt>
                <c:pt idx="770">
                  <c:v>0.84191662</c:v>
                </c:pt>
                <c:pt idx="771">
                  <c:v>0.84185535</c:v>
                </c:pt>
                <c:pt idx="772">
                  <c:v>0.84179509</c:v>
                </c:pt>
                <c:pt idx="773">
                  <c:v>0.84173548</c:v>
                </c:pt>
                <c:pt idx="774">
                  <c:v>0.84167832</c:v>
                </c:pt>
                <c:pt idx="775">
                  <c:v>0.84162307</c:v>
                </c:pt>
                <c:pt idx="776">
                  <c:v>0.84157127</c:v>
                </c:pt>
                <c:pt idx="777">
                  <c:v>0.84152174</c:v>
                </c:pt>
                <c:pt idx="778">
                  <c:v>0.84147298</c:v>
                </c:pt>
                <c:pt idx="779">
                  <c:v>0.84142154</c:v>
                </c:pt>
                <c:pt idx="780">
                  <c:v>0.84136182</c:v>
                </c:pt>
                <c:pt idx="781">
                  <c:v>0.84129131</c:v>
                </c:pt>
                <c:pt idx="782">
                  <c:v>0.84121126</c:v>
                </c:pt>
                <c:pt idx="783">
                  <c:v>0.84113169</c:v>
                </c:pt>
                <c:pt idx="784">
                  <c:v>0.841061</c:v>
                </c:pt>
                <c:pt idx="785">
                  <c:v>0.84100246</c:v>
                </c:pt>
                <c:pt idx="786">
                  <c:v>0.84095275</c:v>
                </c:pt>
                <c:pt idx="787">
                  <c:v>0.84090698</c:v>
                </c:pt>
                <c:pt idx="788">
                  <c:v>0.84085947</c:v>
                </c:pt>
                <c:pt idx="789">
                  <c:v>0.84080446</c:v>
                </c:pt>
                <c:pt idx="790">
                  <c:v>0.84074223</c:v>
                </c:pt>
                <c:pt idx="791">
                  <c:v>0.84067464</c:v>
                </c:pt>
                <c:pt idx="792">
                  <c:v>0.84060681</c:v>
                </c:pt>
                <c:pt idx="793">
                  <c:v>0.8405444</c:v>
                </c:pt>
                <c:pt idx="794">
                  <c:v>0.84048796</c:v>
                </c:pt>
                <c:pt idx="795">
                  <c:v>0.84043652</c:v>
                </c:pt>
                <c:pt idx="796">
                  <c:v>0.84038609</c:v>
                </c:pt>
                <c:pt idx="797">
                  <c:v>0.84033561</c:v>
                </c:pt>
                <c:pt idx="798">
                  <c:v>0.84028214</c:v>
                </c:pt>
                <c:pt idx="799">
                  <c:v>0.84022641</c:v>
                </c:pt>
                <c:pt idx="800">
                  <c:v>0.84016788</c:v>
                </c:pt>
                <c:pt idx="801">
                  <c:v>0.84010941</c:v>
                </c:pt>
                <c:pt idx="802">
                  <c:v>0.84005111</c:v>
                </c:pt>
                <c:pt idx="803">
                  <c:v>0.83999485</c:v>
                </c:pt>
                <c:pt idx="804">
                  <c:v>0.83994067</c:v>
                </c:pt>
                <c:pt idx="805">
                  <c:v>0.83988792</c:v>
                </c:pt>
                <c:pt idx="806">
                  <c:v>0.83983666</c:v>
                </c:pt>
                <c:pt idx="807">
                  <c:v>0.83978599</c:v>
                </c:pt>
                <c:pt idx="808">
                  <c:v>0.83973563</c:v>
                </c:pt>
                <c:pt idx="809">
                  <c:v>0.83968514</c:v>
                </c:pt>
                <c:pt idx="810">
                  <c:v>0.83963507</c:v>
                </c:pt>
                <c:pt idx="811">
                  <c:v>0.83958417</c:v>
                </c:pt>
                <c:pt idx="812">
                  <c:v>0.83953232</c:v>
                </c:pt>
                <c:pt idx="813">
                  <c:v>0.83947963</c:v>
                </c:pt>
                <c:pt idx="814">
                  <c:v>0.8394261</c:v>
                </c:pt>
                <c:pt idx="815">
                  <c:v>0.83937204</c:v>
                </c:pt>
                <c:pt idx="816">
                  <c:v>0.83931798</c:v>
                </c:pt>
                <c:pt idx="817">
                  <c:v>0.83926398</c:v>
                </c:pt>
                <c:pt idx="818">
                  <c:v>0.83921063</c:v>
                </c:pt>
                <c:pt idx="819">
                  <c:v>0.83915824</c:v>
                </c:pt>
                <c:pt idx="820">
                  <c:v>0.83910674</c:v>
                </c:pt>
                <c:pt idx="821">
                  <c:v>0.8390559</c:v>
                </c:pt>
                <c:pt idx="822">
                  <c:v>0.83900559</c:v>
                </c:pt>
                <c:pt idx="823">
                  <c:v>0.838956</c:v>
                </c:pt>
                <c:pt idx="824">
                  <c:v>0.83890641</c:v>
                </c:pt>
                <c:pt idx="825">
                  <c:v>0.83885759</c:v>
                </c:pt>
                <c:pt idx="826">
                  <c:v>0.83880979</c:v>
                </c:pt>
                <c:pt idx="827">
                  <c:v>0.83876294</c:v>
                </c:pt>
                <c:pt idx="828">
                  <c:v>0.83871782</c:v>
                </c:pt>
                <c:pt idx="829">
                  <c:v>0.83867455</c:v>
                </c:pt>
                <c:pt idx="830">
                  <c:v>0.83863455</c:v>
                </c:pt>
                <c:pt idx="831">
                  <c:v>0.83859831</c:v>
                </c:pt>
                <c:pt idx="832">
                  <c:v>0.83856559</c:v>
                </c:pt>
                <c:pt idx="833">
                  <c:v>0.83853459</c:v>
                </c:pt>
                <c:pt idx="834">
                  <c:v>0.8384999</c:v>
                </c:pt>
                <c:pt idx="835">
                  <c:v>0.83845645</c:v>
                </c:pt>
                <c:pt idx="836">
                  <c:v>0.83839744</c:v>
                </c:pt>
                <c:pt idx="837">
                  <c:v>0.83832467</c:v>
                </c:pt>
                <c:pt idx="838">
                  <c:v>0.83824825</c:v>
                </c:pt>
                <c:pt idx="839">
                  <c:v>0.83818293</c:v>
                </c:pt>
                <c:pt idx="840">
                  <c:v>0.83813477</c:v>
                </c:pt>
                <c:pt idx="841">
                  <c:v>0.83810067</c:v>
                </c:pt>
                <c:pt idx="842">
                  <c:v>0.8380717</c:v>
                </c:pt>
                <c:pt idx="843">
                  <c:v>0.83803791</c:v>
                </c:pt>
                <c:pt idx="844">
                  <c:v>0.83799297</c:v>
                </c:pt>
                <c:pt idx="845">
                  <c:v>0.83793586</c:v>
                </c:pt>
                <c:pt idx="846">
                  <c:v>0.83787477</c:v>
                </c:pt>
                <c:pt idx="847">
                  <c:v>0.83781743</c:v>
                </c:pt>
                <c:pt idx="848">
                  <c:v>0.83776927</c:v>
                </c:pt>
                <c:pt idx="849">
                  <c:v>0.83772981</c:v>
                </c:pt>
                <c:pt idx="850">
                  <c:v>0.83769464</c:v>
                </c:pt>
                <c:pt idx="851">
                  <c:v>0.83765918</c:v>
                </c:pt>
                <c:pt idx="852">
                  <c:v>0.83761859</c:v>
                </c:pt>
                <c:pt idx="853">
                  <c:v>0.83757222</c:v>
                </c:pt>
                <c:pt idx="854">
                  <c:v>0.83752024</c:v>
                </c:pt>
                <c:pt idx="855">
                  <c:v>0.83746701</c:v>
                </c:pt>
                <c:pt idx="856">
                  <c:v>0.83741665</c:v>
                </c:pt>
                <c:pt idx="857">
                  <c:v>0.83737046</c:v>
                </c:pt>
                <c:pt idx="858">
                  <c:v>0.83732885</c:v>
                </c:pt>
                <c:pt idx="859">
                  <c:v>0.83728951</c:v>
                </c:pt>
                <c:pt idx="860">
                  <c:v>0.83725053</c:v>
                </c:pt>
                <c:pt idx="861">
                  <c:v>0.83721083</c:v>
                </c:pt>
                <c:pt idx="862">
                  <c:v>0.83716941</c:v>
                </c:pt>
                <c:pt idx="863">
                  <c:v>0.83712596</c:v>
                </c:pt>
                <c:pt idx="864">
                  <c:v>0.83707988</c:v>
                </c:pt>
                <c:pt idx="865">
                  <c:v>0.83703315</c:v>
                </c:pt>
                <c:pt idx="866">
                  <c:v>0.83698666</c:v>
                </c:pt>
                <c:pt idx="867">
                  <c:v>0.83694118</c:v>
                </c:pt>
                <c:pt idx="868">
                  <c:v>0.83689713</c:v>
                </c:pt>
                <c:pt idx="869">
                  <c:v>0.83685422</c:v>
                </c:pt>
                <c:pt idx="870">
                  <c:v>0.83681208</c:v>
                </c:pt>
                <c:pt idx="871">
                  <c:v>0.83677107</c:v>
                </c:pt>
                <c:pt idx="872">
                  <c:v>0.83673084</c:v>
                </c:pt>
                <c:pt idx="873">
                  <c:v>0.83669114</c:v>
                </c:pt>
                <c:pt idx="874">
                  <c:v>0.83665198</c:v>
                </c:pt>
                <c:pt idx="875">
                  <c:v>0.8366136</c:v>
                </c:pt>
                <c:pt idx="876">
                  <c:v>0.83657509</c:v>
                </c:pt>
                <c:pt idx="877">
                  <c:v>0.8365376</c:v>
                </c:pt>
                <c:pt idx="878">
                  <c:v>0.83650029</c:v>
                </c:pt>
                <c:pt idx="879">
                  <c:v>0.83646375</c:v>
                </c:pt>
                <c:pt idx="880">
                  <c:v>0.83642668</c:v>
                </c:pt>
                <c:pt idx="881">
                  <c:v>0.83638823</c:v>
                </c:pt>
                <c:pt idx="882">
                  <c:v>0.83634669</c:v>
                </c:pt>
                <c:pt idx="883">
                  <c:v>0.83630228</c:v>
                </c:pt>
                <c:pt idx="884">
                  <c:v>0.8362543</c:v>
                </c:pt>
                <c:pt idx="885">
                  <c:v>0.83620477</c:v>
                </c:pt>
                <c:pt idx="886">
                  <c:v>0.83615619</c:v>
                </c:pt>
                <c:pt idx="887">
                  <c:v>0.83610934</c:v>
                </c:pt>
                <c:pt idx="888">
                  <c:v>0.83606523</c:v>
                </c:pt>
                <c:pt idx="889">
                  <c:v>0.83602411</c:v>
                </c:pt>
                <c:pt idx="890">
                  <c:v>0.83598542</c:v>
                </c:pt>
                <c:pt idx="891">
                  <c:v>0.83594811</c:v>
                </c:pt>
                <c:pt idx="892">
                  <c:v>0.83591229</c:v>
                </c:pt>
                <c:pt idx="893">
                  <c:v>0.83587795</c:v>
                </c:pt>
                <c:pt idx="894">
                  <c:v>0.83584493</c:v>
                </c:pt>
                <c:pt idx="895">
                  <c:v>0.83581311</c:v>
                </c:pt>
                <c:pt idx="896">
                  <c:v>0.83578241</c:v>
                </c:pt>
                <c:pt idx="897">
                  <c:v>0.83575213</c:v>
                </c:pt>
                <c:pt idx="898">
                  <c:v>0.8357209</c:v>
                </c:pt>
                <c:pt idx="899">
                  <c:v>0.83568609</c:v>
                </c:pt>
                <c:pt idx="900">
                  <c:v>0.83564585</c:v>
                </c:pt>
                <c:pt idx="901">
                  <c:v>0.83559906</c:v>
                </c:pt>
                <c:pt idx="902">
                  <c:v>0.83554667</c:v>
                </c:pt>
                <c:pt idx="903">
                  <c:v>0.83549225</c:v>
                </c:pt>
                <c:pt idx="904">
                  <c:v>0.83544075</c:v>
                </c:pt>
                <c:pt idx="905">
                  <c:v>0.83539569</c:v>
                </c:pt>
                <c:pt idx="906">
                  <c:v>0.83535707</c:v>
                </c:pt>
                <c:pt idx="907">
                  <c:v>0.83532363</c:v>
                </c:pt>
                <c:pt idx="908">
                  <c:v>0.83529299</c:v>
                </c:pt>
                <c:pt idx="909">
                  <c:v>0.83526319</c:v>
                </c:pt>
                <c:pt idx="910">
                  <c:v>0.83523297</c:v>
                </c:pt>
                <c:pt idx="911">
                  <c:v>0.83520097</c:v>
                </c:pt>
                <c:pt idx="912">
                  <c:v>0.83516568</c:v>
                </c:pt>
                <c:pt idx="913">
                  <c:v>0.8351264</c:v>
                </c:pt>
                <c:pt idx="914">
                  <c:v>0.83508384</c:v>
                </c:pt>
                <c:pt idx="915">
                  <c:v>0.8350392</c:v>
                </c:pt>
                <c:pt idx="916">
                  <c:v>0.83499438</c:v>
                </c:pt>
                <c:pt idx="917">
                  <c:v>0.83495182</c:v>
                </c:pt>
                <c:pt idx="918">
                  <c:v>0.83491164</c:v>
                </c:pt>
                <c:pt idx="919">
                  <c:v>0.83487451</c:v>
                </c:pt>
                <c:pt idx="920">
                  <c:v>0.83483964</c:v>
                </c:pt>
                <c:pt idx="921">
                  <c:v>0.83480644</c:v>
                </c:pt>
                <c:pt idx="922">
                  <c:v>0.83477485</c:v>
                </c:pt>
                <c:pt idx="923">
                  <c:v>0.83474517</c:v>
                </c:pt>
                <c:pt idx="924">
                  <c:v>0.8347159</c:v>
                </c:pt>
                <c:pt idx="925">
                  <c:v>0.83468723</c:v>
                </c:pt>
                <c:pt idx="926">
                  <c:v>0.8346585</c:v>
                </c:pt>
                <c:pt idx="927">
                  <c:v>0.83462828</c:v>
                </c:pt>
                <c:pt idx="928">
                  <c:v>0.83459508</c:v>
                </c:pt>
                <c:pt idx="929">
                  <c:v>0.83455741</c:v>
                </c:pt>
                <c:pt idx="930">
                  <c:v>0.83451515</c:v>
                </c:pt>
                <c:pt idx="931">
                  <c:v>0.83447099</c:v>
                </c:pt>
                <c:pt idx="932">
                  <c:v>0.83442724</c:v>
                </c:pt>
                <c:pt idx="933">
                  <c:v>0.8343848</c:v>
                </c:pt>
                <c:pt idx="934">
                  <c:v>0.83434522</c:v>
                </c:pt>
                <c:pt idx="935">
                  <c:v>0.83430952</c:v>
                </c:pt>
                <c:pt idx="936">
                  <c:v>0.83427656</c:v>
                </c:pt>
                <c:pt idx="937">
                  <c:v>0.83424592</c:v>
                </c:pt>
                <c:pt idx="938">
                  <c:v>0.83421677</c:v>
                </c:pt>
                <c:pt idx="939">
                  <c:v>0.83419013</c:v>
                </c:pt>
                <c:pt idx="940">
                  <c:v>0.83416438</c:v>
                </c:pt>
                <c:pt idx="941">
                  <c:v>0.83413857</c:v>
                </c:pt>
                <c:pt idx="942">
                  <c:v>0.83411163</c:v>
                </c:pt>
                <c:pt idx="943">
                  <c:v>0.83408225</c:v>
                </c:pt>
                <c:pt idx="944">
                  <c:v>0.83404994</c:v>
                </c:pt>
                <c:pt idx="945">
                  <c:v>0.834014</c:v>
                </c:pt>
                <c:pt idx="946">
                  <c:v>0.83397365</c:v>
                </c:pt>
                <c:pt idx="947">
                  <c:v>0.83393127</c:v>
                </c:pt>
                <c:pt idx="948">
                  <c:v>0.83388847</c:v>
                </c:pt>
                <c:pt idx="949">
                  <c:v>0.83384806</c:v>
                </c:pt>
                <c:pt idx="950">
                  <c:v>0.83381146</c:v>
                </c:pt>
                <c:pt idx="951">
                  <c:v>0.83377832</c:v>
                </c:pt>
                <c:pt idx="952">
                  <c:v>0.8337487</c:v>
                </c:pt>
                <c:pt idx="953">
                  <c:v>0.83372086</c:v>
                </c:pt>
                <c:pt idx="954">
                  <c:v>0.83369458</c:v>
                </c:pt>
                <c:pt idx="955">
                  <c:v>0.83366895</c:v>
                </c:pt>
                <c:pt idx="956">
                  <c:v>0.83364332</c:v>
                </c:pt>
                <c:pt idx="957">
                  <c:v>0.83361679</c:v>
                </c:pt>
                <c:pt idx="958">
                  <c:v>0.83358806</c:v>
                </c:pt>
                <c:pt idx="959">
                  <c:v>0.83355635</c:v>
                </c:pt>
                <c:pt idx="960">
                  <c:v>0.83352184</c:v>
                </c:pt>
                <c:pt idx="961">
                  <c:v>0.83348495</c:v>
                </c:pt>
                <c:pt idx="962">
                  <c:v>0.8334471</c:v>
                </c:pt>
                <c:pt idx="963">
                  <c:v>0.83340859</c:v>
                </c:pt>
                <c:pt idx="964">
                  <c:v>0.83337116</c:v>
                </c:pt>
                <c:pt idx="965">
                  <c:v>0.83333564</c:v>
                </c:pt>
                <c:pt idx="966">
                  <c:v>0.83330226</c:v>
                </c:pt>
                <c:pt idx="967">
                  <c:v>0.83327079</c:v>
                </c:pt>
                <c:pt idx="968">
                  <c:v>0.83324033</c:v>
                </c:pt>
                <c:pt idx="969">
                  <c:v>0.8332113</c:v>
                </c:pt>
                <c:pt idx="970">
                  <c:v>0.83318347</c:v>
                </c:pt>
                <c:pt idx="971">
                  <c:v>0.83315676</c:v>
                </c:pt>
                <c:pt idx="972">
                  <c:v>0.83313155</c:v>
                </c:pt>
                <c:pt idx="973">
                  <c:v>0.83310801</c:v>
                </c:pt>
                <c:pt idx="974">
                  <c:v>0.83308625</c:v>
                </c:pt>
                <c:pt idx="975">
                  <c:v>0.83306539</c:v>
                </c:pt>
                <c:pt idx="976">
                  <c:v>0.83304501</c:v>
                </c:pt>
                <c:pt idx="977">
                  <c:v>0.83302408</c:v>
                </c:pt>
                <c:pt idx="978">
                  <c:v>0.833</c:v>
                </c:pt>
                <c:pt idx="979">
                  <c:v>0.83296901</c:v>
                </c:pt>
                <c:pt idx="980">
                  <c:v>0.83292985</c:v>
                </c:pt>
                <c:pt idx="981">
                  <c:v>0.83288383</c:v>
                </c:pt>
                <c:pt idx="982">
                  <c:v>0.8328355</c:v>
                </c:pt>
                <c:pt idx="983">
                  <c:v>0.83279002</c:v>
                </c:pt>
                <c:pt idx="984">
                  <c:v>0.83275199</c:v>
                </c:pt>
                <c:pt idx="985">
                  <c:v>0.83272231</c:v>
                </c:pt>
                <c:pt idx="986">
                  <c:v>0.83269823</c:v>
                </c:pt>
                <c:pt idx="987">
                  <c:v>0.83267796</c:v>
                </c:pt>
                <c:pt idx="988">
                  <c:v>0.83265871</c:v>
                </c:pt>
                <c:pt idx="989">
                  <c:v>0.83263713</c:v>
                </c:pt>
                <c:pt idx="990">
                  <c:v>0.83261204</c:v>
                </c:pt>
                <c:pt idx="991">
                  <c:v>0.8325811</c:v>
                </c:pt>
                <c:pt idx="992">
                  <c:v>0.83254558</c:v>
                </c:pt>
                <c:pt idx="993">
                  <c:v>0.83250618</c:v>
                </c:pt>
                <c:pt idx="994">
                  <c:v>0.83246684</c:v>
                </c:pt>
                <c:pt idx="995">
                  <c:v>0.83242935</c:v>
                </c:pt>
                <c:pt idx="996">
                  <c:v>0.83239466</c:v>
                </c:pt>
                <c:pt idx="997">
                  <c:v>0.83236378</c:v>
                </c:pt>
                <c:pt idx="998">
                  <c:v>0.83233619</c:v>
                </c:pt>
                <c:pt idx="999">
                  <c:v>0.8323108</c:v>
                </c:pt>
                <c:pt idx="1000">
                  <c:v>0.83228576</c:v>
                </c:pt>
                <c:pt idx="1001">
                  <c:v>0.83226109</c:v>
                </c:pt>
                <c:pt idx="1002">
                  <c:v>0.83223641</c:v>
                </c:pt>
                <c:pt idx="1003">
                  <c:v>0.83221161</c:v>
                </c:pt>
                <c:pt idx="1004">
                  <c:v>0.83218443</c:v>
                </c:pt>
                <c:pt idx="1005">
                  <c:v>0.83215606</c:v>
                </c:pt>
                <c:pt idx="1006">
                  <c:v>0.83212537</c:v>
                </c:pt>
                <c:pt idx="1007">
                  <c:v>0.832093</c:v>
                </c:pt>
                <c:pt idx="1008">
                  <c:v>0.83205914</c:v>
                </c:pt>
                <c:pt idx="1009">
                  <c:v>0.83202499</c:v>
                </c:pt>
                <c:pt idx="1010">
                  <c:v>0.83199167</c:v>
                </c:pt>
                <c:pt idx="1011">
                  <c:v>0.83195949</c:v>
                </c:pt>
                <c:pt idx="1012">
                  <c:v>0.8319298</c:v>
                </c:pt>
                <c:pt idx="1013">
                  <c:v>0.83190149</c:v>
                </c:pt>
                <c:pt idx="1014">
                  <c:v>0.83187401</c:v>
                </c:pt>
                <c:pt idx="1015">
                  <c:v>0.83184767</c:v>
                </c:pt>
                <c:pt idx="1016">
                  <c:v>0.83182156</c:v>
                </c:pt>
                <c:pt idx="1017">
                  <c:v>0.83179629</c:v>
                </c:pt>
                <c:pt idx="1018">
                  <c:v>0.83177191</c:v>
                </c:pt>
                <c:pt idx="1019">
                  <c:v>0.83174831</c:v>
                </c:pt>
                <c:pt idx="1020">
                  <c:v>0.83172619</c:v>
                </c:pt>
                <c:pt idx="1021">
                  <c:v>0.83170611</c:v>
                </c:pt>
                <c:pt idx="1022">
                  <c:v>0.83168817</c:v>
                </c:pt>
                <c:pt idx="1023">
                  <c:v>0.83167249</c:v>
                </c:pt>
                <c:pt idx="1024">
                  <c:v>0.83165932</c:v>
                </c:pt>
                <c:pt idx="1025">
                  <c:v>0.8316471</c:v>
                </c:pt>
                <c:pt idx="1026">
                  <c:v>0.83163399</c:v>
                </c:pt>
                <c:pt idx="1027">
                  <c:v>0.83161336</c:v>
                </c:pt>
                <c:pt idx="1028">
                  <c:v>0.83158314</c:v>
                </c:pt>
                <c:pt idx="1029">
                  <c:v>0.83154047</c:v>
                </c:pt>
                <c:pt idx="1030">
                  <c:v>0.83149159</c:v>
                </c:pt>
                <c:pt idx="1031">
                  <c:v>0.83144391</c:v>
                </c:pt>
                <c:pt idx="1032">
                  <c:v>0.83140522</c:v>
                </c:pt>
                <c:pt idx="1033">
                  <c:v>0.83137852</c:v>
                </c:pt>
                <c:pt idx="1034">
                  <c:v>0.83136147</c:v>
                </c:pt>
                <c:pt idx="1035">
                  <c:v>0.83134919</c:v>
                </c:pt>
                <c:pt idx="1036">
                  <c:v>0.83133626</c:v>
                </c:pt>
                <c:pt idx="1037">
                  <c:v>0.83131874</c:v>
                </c:pt>
                <c:pt idx="1038">
                  <c:v>0.8312934</c:v>
                </c:pt>
                <c:pt idx="1039">
                  <c:v>0.83126181</c:v>
                </c:pt>
                <c:pt idx="1040">
                  <c:v>0.83122575</c:v>
                </c:pt>
                <c:pt idx="1041">
                  <c:v>0.83118939</c:v>
                </c:pt>
                <c:pt idx="1042">
                  <c:v>0.83115691</c:v>
                </c:pt>
                <c:pt idx="1043">
                  <c:v>0.83112979</c:v>
                </c:pt>
                <c:pt idx="1044">
                  <c:v>0.83110726</c:v>
                </c:pt>
                <c:pt idx="1045">
                  <c:v>0.83108795</c:v>
                </c:pt>
                <c:pt idx="1046">
                  <c:v>0.83106917</c:v>
                </c:pt>
                <c:pt idx="1047">
                  <c:v>0.83104974</c:v>
                </c:pt>
                <c:pt idx="1048">
                  <c:v>0.83102751</c:v>
                </c:pt>
                <c:pt idx="1049">
                  <c:v>0.83100307</c:v>
                </c:pt>
                <c:pt idx="1050">
                  <c:v>0.83097661</c:v>
                </c:pt>
                <c:pt idx="1051">
                  <c:v>0.83094859</c:v>
                </c:pt>
                <c:pt idx="1052">
                  <c:v>0.8309201</c:v>
                </c:pt>
                <c:pt idx="1053">
                  <c:v>0.83089226</c:v>
                </c:pt>
                <c:pt idx="1054">
                  <c:v>0.83086634</c:v>
                </c:pt>
                <c:pt idx="1055">
                  <c:v>0.83084202</c:v>
                </c:pt>
                <c:pt idx="1056">
                  <c:v>0.83081865</c:v>
                </c:pt>
                <c:pt idx="1057">
                  <c:v>0.83079684</c:v>
                </c:pt>
                <c:pt idx="1058">
                  <c:v>0.83077556</c:v>
                </c:pt>
                <c:pt idx="1059">
                  <c:v>0.830755</c:v>
                </c:pt>
                <c:pt idx="1060">
                  <c:v>0.83073467</c:v>
                </c:pt>
                <c:pt idx="1061">
                  <c:v>0.83071458</c:v>
                </c:pt>
                <c:pt idx="1062">
                  <c:v>0.83069414</c:v>
                </c:pt>
                <c:pt idx="1063">
                  <c:v>0.83067423</c:v>
                </c:pt>
                <c:pt idx="1064">
                  <c:v>0.83065331</c:v>
                </c:pt>
                <c:pt idx="1065">
                  <c:v>0.83063167</c:v>
                </c:pt>
                <c:pt idx="1066">
                  <c:v>0.83060879</c:v>
                </c:pt>
                <c:pt idx="1067">
                  <c:v>0.83058453</c:v>
                </c:pt>
                <c:pt idx="1068">
                  <c:v>0.83055919</c:v>
                </c:pt>
                <c:pt idx="1069">
                  <c:v>0.83053285</c:v>
                </c:pt>
                <c:pt idx="1070">
                  <c:v>0.83050627</c:v>
                </c:pt>
                <c:pt idx="1071">
                  <c:v>0.83047998</c:v>
                </c:pt>
                <c:pt idx="1072">
                  <c:v>0.83045417</c:v>
                </c:pt>
                <c:pt idx="1073">
                  <c:v>0.8304289</c:v>
                </c:pt>
                <c:pt idx="1074">
                  <c:v>0.83040524</c:v>
                </c:pt>
                <c:pt idx="1075">
                  <c:v>0.83038205</c:v>
                </c:pt>
                <c:pt idx="1076">
                  <c:v>0.83035946</c:v>
                </c:pt>
                <c:pt idx="1077">
                  <c:v>0.83033752</c:v>
                </c:pt>
                <c:pt idx="1078">
                  <c:v>0.83031589</c:v>
                </c:pt>
                <c:pt idx="1079">
                  <c:v>0.83029461</c:v>
                </c:pt>
                <c:pt idx="1080">
                  <c:v>0.83027411</c:v>
                </c:pt>
                <c:pt idx="1081">
                  <c:v>0.83025515</c:v>
                </c:pt>
                <c:pt idx="1082">
                  <c:v>0.83023822</c:v>
                </c:pt>
                <c:pt idx="1083">
                  <c:v>0.83022302</c:v>
                </c:pt>
                <c:pt idx="1084">
                  <c:v>0.83021092</c:v>
                </c:pt>
                <c:pt idx="1085">
                  <c:v>0.83020091</c:v>
                </c:pt>
                <c:pt idx="1086">
                  <c:v>0.83019304</c:v>
                </c:pt>
                <c:pt idx="1087">
                  <c:v>0.83018392</c:v>
                </c:pt>
                <c:pt idx="1088">
                  <c:v>0.830172</c:v>
                </c:pt>
                <c:pt idx="1089">
                  <c:v>0.83015168</c:v>
                </c:pt>
                <c:pt idx="1090">
                  <c:v>0.83012205</c:v>
                </c:pt>
                <c:pt idx="1091">
                  <c:v>0.83008277</c:v>
                </c:pt>
                <c:pt idx="1092">
                  <c:v>0.83003807</c:v>
                </c:pt>
                <c:pt idx="1093">
                  <c:v>0.82999688</c:v>
                </c:pt>
                <c:pt idx="1094">
                  <c:v>0.82996368</c:v>
                </c:pt>
                <c:pt idx="1095">
                  <c:v>0.82994092</c:v>
                </c:pt>
                <c:pt idx="1096">
                  <c:v>0.82992661</c:v>
                </c:pt>
                <c:pt idx="1097">
                  <c:v>0.82991689</c:v>
                </c:pt>
                <c:pt idx="1098">
                  <c:v>0.82990694</c:v>
                </c:pt>
                <c:pt idx="1099">
                  <c:v>0.82989287</c:v>
                </c:pt>
                <c:pt idx="1100">
                  <c:v>0.82987159</c:v>
                </c:pt>
                <c:pt idx="1101">
                  <c:v>0.82984376</c:v>
                </c:pt>
                <c:pt idx="1102">
                  <c:v>0.82981151</c:v>
                </c:pt>
                <c:pt idx="1103">
                  <c:v>0.82977843</c:v>
                </c:pt>
                <c:pt idx="1104">
                  <c:v>0.82974792</c:v>
                </c:pt>
                <c:pt idx="1105">
                  <c:v>0.82972282</c:v>
                </c:pt>
                <c:pt idx="1106">
                  <c:v>0.82970226</c:v>
                </c:pt>
                <c:pt idx="1107">
                  <c:v>0.82968473</c:v>
                </c:pt>
                <c:pt idx="1108">
                  <c:v>0.8296681</c:v>
                </c:pt>
                <c:pt idx="1109">
                  <c:v>0.82964998</c:v>
                </c:pt>
                <c:pt idx="1110">
                  <c:v>0.82962966</c:v>
                </c:pt>
                <c:pt idx="1111">
                  <c:v>0.82960653</c:v>
                </c:pt>
                <c:pt idx="1112">
                  <c:v>0.82957959</c:v>
                </c:pt>
                <c:pt idx="1113">
                  <c:v>0.82954967</c:v>
                </c:pt>
                <c:pt idx="1114">
                  <c:v>0.82951957</c:v>
                </c:pt>
                <c:pt idx="1115">
                  <c:v>0.82949197</c:v>
                </c:pt>
                <c:pt idx="1116">
                  <c:v>0.82946622</c:v>
                </c:pt>
                <c:pt idx="1117">
                  <c:v>0.82944196</c:v>
                </c:pt>
                <c:pt idx="1118">
                  <c:v>0.82941884</c:v>
                </c:pt>
                <c:pt idx="1119">
                  <c:v>0.82939661</c:v>
                </c:pt>
                <c:pt idx="1120">
                  <c:v>0.82937634</c:v>
                </c:pt>
                <c:pt idx="1121">
                  <c:v>0.82935762</c:v>
                </c:pt>
                <c:pt idx="1122">
                  <c:v>0.82933968</c:v>
                </c:pt>
                <c:pt idx="1123">
                  <c:v>0.8293221</c:v>
                </c:pt>
                <c:pt idx="1124">
                  <c:v>0.82930487</c:v>
                </c:pt>
                <c:pt idx="1125">
                  <c:v>0.82928807</c:v>
                </c:pt>
                <c:pt idx="1126">
                  <c:v>0.82927179</c:v>
                </c:pt>
                <c:pt idx="1127">
                  <c:v>0.82925665</c:v>
                </c:pt>
                <c:pt idx="1128">
                  <c:v>0.82924145</c:v>
                </c:pt>
                <c:pt idx="1129">
                  <c:v>0.82922482</c:v>
                </c:pt>
                <c:pt idx="1130">
                  <c:v>0.82920641</c:v>
                </c:pt>
                <c:pt idx="1131">
                  <c:v>0.82918519</c:v>
                </c:pt>
                <c:pt idx="1132">
                  <c:v>0.82915956</c:v>
                </c:pt>
                <c:pt idx="1133">
                  <c:v>0.82913077</c:v>
                </c:pt>
                <c:pt idx="1134">
                  <c:v>0.82909936</c:v>
                </c:pt>
                <c:pt idx="1135">
                  <c:v>0.82906789</c:v>
                </c:pt>
                <c:pt idx="1136">
                  <c:v>0.82903796</c:v>
                </c:pt>
                <c:pt idx="1137">
                  <c:v>0.8290112</c:v>
                </c:pt>
                <c:pt idx="1138">
                  <c:v>0.82898724</c:v>
                </c:pt>
                <c:pt idx="1139">
                  <c:v>0.82896596</c:v>
                </c:pt>
                <c:pt idx="1140">
                  <c:v>0.82894701</c:v>
                </c:pt>
                <c:pt idx="1141">
                  <c:v>0.82892913</c:v>
                </c:pt>
                <c:pt idx="1142">
                  <c:v>0.82891226</c:v>
                </c:pt>
                <c:pt idx="1143">
                  <c:v>0.82889545</c:v>
                </c:pt>
                <c:pt idx="1144">
                  <c:v>0.82887918</c:v>
                </c:pt>
                <c:pt idx="1145">
                  <c:v>0.82886255</c:v>
                </c:pt>
                <c:pt idx="1146">
                  <c:v>0.82884473</c:v>
                </c:pt>
                <c:pt idx="1147">
                  <c:v>0.82882601</c:v>
                </c:pt>
                <c:pt idx="1148">
                  <c:v>0.82880503</c:v>
                </c:pt>
                <c:pt idx="1149">
                  <c:v>0.82878238</c:v>
                </c:pt>
                <c:pt idx="1150">
                  <c:v>0.82875752</c:v>
                </c:pt>
                <c:pt idx="1151">
                  <c:v>0.828731</c:v>
                </c:pt>
                <c:pt idx="1152">
                  <c:v>0.82870418</c:v>
                </c:pt>
                <c:pt idx="1153">
                  <c:v>0.82867831</c:v>
                </c:pt>
                <c:pt idx="1154">
                  <c:v>0.82865351</c:v>
                </c:pt>
                <c:pt idx="1155">
                  <c:v>0.82862973</c:v>
                </c:pt>
                <c:pt idx="1156">
                  <c:v>0.82860792</c:v>
                </c:pt>
                <c:pt idx="1157">
                  <c:v>0.82858682</c:v>
                </c:pt>
                <c:pt idx="1158">
                  <c:v>0.82856596</c:v>
                </c:pt>
                <c:pt idx="1159">
                  <c:v>0.82854611</c:v>
                </c:pt>
                <c:pt idx="1160">
                  <c:v>0.82852721</c:v>
                </c:pt>
                <c:pt idx="1161">
                  <c:v>0.82850879</c:v>
                </c:pt>
                <c:pt idx="1162">
                  <c:v>0.82849115</c:v>
                </c:pt>
                <c:pt idx="1163">
                  <c:v>0.8284744</c:v>
                </c:pt>
                <c:pt idx="1164">
                  <c:v>0.82845849</c:v>
                </c:pt>
                <c:pt idx="1165">
                  <c:v>0.82844377</c:v>
                </c:pt>
                <c:pt idx="1166">
                  <c:v>0.82842964</c:v>
                </c:pt>
                <c:pt idx="1167">
                  <c:v>0.82841641</c:v>
                </c:pt>
                <c:pt idx="1168">
                  <c:v>0.82840312</c:v>
                </c:pt>
                <c:pt idx="1169">
                  <c:v>0.82838959</c:v>
                </c:pt>
                <c:pt idx="1170">
                  <c:v>0.82837361</c:v>
                </c:pt>
                <c:pt idx="1171">
                  <c:v>0.82835376</c:v>
                </c:pt>
                <c:pt idx="1172">
                  <c:v>0.82832611</c:v>
                </c:pt>
                <c:pt idx="1173">
                  <c:v>0.8282873</c:v>
                </c:pt>
                <c:pt idx="1174">
                  <c:v>0.82823122</c:v>
                </c:pt>
                <c:pt idx="1175">
                  <c:v>0.82817143</c:v>
                </c:pt>
                <c:pt idx="1176">
                  <c:v>0.82811868</c:v>
                </c:pt>
                <c:pt idx="1177">
                  <c:v>0.82808977</c:v>
                </c:pt>
                <c:pt idx="1178">
                  <c:v>0.82807845</c:v>
                </c:pt>
                <c:pt idx="1179">
                  <c:v>0.82807004</c:v>
                </c:pt>
                <c:pt idx="1180">
                  <c:v>0.82805836</c:v>
                </c:pt>
                <c:pt idx="1181">
                  <c:v>0.82804155</c:v>
                </c:pt>
                <c:pt idx="1182">
                  <c:v>0.82802004</c:v>
                </c:pt>
                <c:pt idx="1183">
                  <c:v>0.82799512</c:v>
                </c:pt>
                <c:pt idx="1184">
                  <c:v>0.82796949</c:v>
                </c:pt>
                <c:pt idx="1185">
                  <c:v>0.82794535</c:v>
                </c:pt>
                <c:pt idx="1186">
                  <c:v>0.82792401</c:v>
                </c:pt>
                <c:pt idx="1187">
                  <c:v>0.82790267</c:v>
                </c:pt>
                <c:pt idx="1188">
                  <c:v>0.82787973</c:v>
                </c:pt>
                <c:pt idx="1189">
                  <c:v>0.82785618</c:v>
                </c:pt>
                <c:pt idx="1190">
                  <c:v>0.82783264</c:v>
                </c:pt>
                <c:pt idx="1191">
                  <c:v>0.82780838</c:v>
                </c:pt>
                <c:pt idx="1192">
                  <c:v>0.82778502</c:v>
                </c:pt>
                <c:pt idx="1193">
                  <c:v>0.82776392</c:v>
                </c:pt>
                <c:pt idx="1194">
                  <c:v>0.82774448</c:v>
                </c:pt>
                <c:pt idx="1195">
                  <c:v>0.82772613</c:v>
                </c:pt>
                <c:pt idx="1196">
                  <c:v>0.82770795</c:v>
                </c:pt>
                <c:pt idx="1197">
                  <c:v>0.82768899</c:v>
                </c:pt>
                <c:pt idx="1198">
                  <c:v>0.82766986</c:v>
                </c:pt>
                <c:pt idx="1199">
                  <c:v>0.82765067</c:v>
                </c:pt>
                <c:pt idx="1200">
                  <c:v>0.82763314</c:v>
                </c:pt>
                <c:pt idx="1201">
                  <c:v>0.8276161</c:v>
                </c:pt>
                <c:pt idx="1202">
                  <c:v>0.82759964</c:v>
                </c:pt>
                <c:pt idx="1203">
                  <c:v>0.82758343</c:v>
                </c:pt>
                <c:pt idx="1204">
                  <c:v>0.82756758</c:v>
                </c:pt>
                <c:pt idx="1205">
                  <c:v>0.82755238</c:v>
                </c:pt>
                <c:pt idx="1206">
                  <c:v>0.82753819</c:v>
                </c:pt>
                <c:pt idx="1207">
                  <c:v>0.82752413</c:v>
                </c:pt>
                <c:pt idx="1208">
                  <c:v>0.82750952</c:v>
                </c:pt>
                <c:pt idx="1209">
                  <c:v>0.82749206</c:v>
                </c:pt>
                <c:pt idx="1210">
                  <c:v>0.82747161</c:v>
                </c:pt>
                <c:pt idx="1211">
                  <c:v>0.82744688</c:v>
                </c:pt>
                <c:pt idx="1212">
                  <c:v>0.82741785</c:v>
                </c:pt>
                <c:pt idx="1213">
                  <c:v>0.82738495</c:v>
                </c:pt>
                <c:pt idx="1214">
                  <c:v>0.82735127</c:v>
                </c:pt>
                <c:pt idx="1215">
                  <c:v>0.82731885</c:v>
                </c:pt>
                <c:pt idx="1216">
                  <c:v>0.82728916</c:v>
                </c:pt>
                <c:pt idx="1217">
                  <c:v>0.82726353</c:v>
                </c:pt>
                <c:pt idx="1218">
                  <c:v>0.82724029</c:v>
                </c:pt>
                <c:pt idx="1219">
                  <c:v>0.82721925</c:v>
                </c:pt>
                <c:pt idx="1220">
                  <c:v>0.8271997</c:v>
                </c:pt>
                <c:pt idx="1221">
                  <c:v>0.82718062</c:v>
                </c:pt>
                <c:pt idx="1222">
                  <c:v>0.82716244</c:v>
                </c:pt>
                <c:pt idx="1223">
                  <c:v>0.82714498</c:v>
                </c:pt>
                <c:pt idx="1224">
                  <c:v>0.82712674</c:v>
                </c:pt>
                <c:pt idx="1225">
                  <c:v>0.82710737</c:v>
                </c:pt>
                <c:pt idx="1226">
                  <c:v>0.82708758</c:v>
                </c:pt>
                <c:pt idx="1227">
                  <c:v>0.82706803</c:v>
                </c:pt>
                <c:pt idx="1228">
                  <c:v>0.82704824</c:v>
                </c:pt>
                <c:pt idx="1229">
                  <c:v>0.82702875</c:v>
                </c:pt>
                <c:pt idx="1230">
                  <c:v>0.82700849</c:v>
                </c:pt>
                <c:pt idx="1231">
                  <c:v>0.82698393</c:v>
                </c:pt>
                <c:pt idx="1232">
                  <c:v>0.82695603</c:v>
                </c:pt>
                <c:pt idx="1233">
                  <c:v>0.82692546</c:v>
                </c:pt>
                <c:pt idx="1234">
                  <c:v>0.8268922</c:v>
                </c:pt>
                <c:pt idx="1235">
                  <c:v>0.82685786</c:v>
                </c:pt>
                <c:pt idx="1236">
                  <c:v>0.82682556</c:v>
                </c:pt>
                <c:pt idx="1237">
                  <c:v>0.826796</c:v>
                </c:pt>
                <c:pt idx="1238">
                  <c:v>0.82676983</c:v>
                </c:pt>
                <c:pt idx="1239">
                  <c:v>0.82674718</c:v>
                </c:pt>
                <c:pt idx="1240">
                  <c:v>0.82672679</c:v>
                </c:pt>
                <c:pt idx="1241">
                  <c:v>0.8267085</c:v>
                </c:pt>
                <c:pt idx="1242">
                  <c:v>0.8266905</c:v>
                </c:pt>
                <c:pt idx="1243">
                  <c:v>0.82667321</c:v>
                </c:pt>
                <c:pt idx="1244">
                  <c:v>0.8266561</c:v>
                </c:pt>
                <c:pt idx="1245">
                  <c:v>0.82663769</c:v>
                </c:pt>
                <c:pt idx="1246">
                  <c:v>0.82661831</c:v>
                </c:pt>
                <c:pt idx="1247">
                  <c:v>0.82659793</c:v>
                </c:pt>
                <c:pt idx="1248">
                  <c:v>0.82657623</c:v>
                </c:pt>
                <c:pt idx="1249">
                  <c:v>0.82655358</c:v>
                </c:pt>
                <c:pt idx="1250">
                  <c:v>0.82653111</c:v>
                </c:pt>
                <c:pt idx="1251">
                  <c:v>0.82650816</c:v>
                </c:pt>
                <c:pt idx="1252">
                  <c:v>0.82648522</c:v>
                </c:pt>
                <c:pt idx="1253">
                  <c:v>0.82646269</c:v>
                </c:pt>
                <c:pt idx="1254">
                  <c:v>0.82644057</c:v>
                </c:pt>
                <c:pt idx="1255">
                  <c:v>0.82641923</c:v>
                </c:pt>
                <c:pt idx="1256">
                  <c:v>0.82639807</c:v>
                </c:pt>
                <c:pt idx="1257">
                  <c:v>0.82637745</c:v>
                </c:pt>
                <c:pt idx="1258">
                  <c:v>0.82635731</c:v>
                </c:pt>
                <c:pt idx="1259">
                  <c:v>0.82633692</c:v>
                </c:pt>
                <c:pt idx="1260">
                  <c:v>0.82631725</c:v>
                </c:pt>
                <c:pt idx="1261">
                  <c:v>0.82629704</c:v>
                </c:pt>
                <c:pt idx="1262">
                  <c:v>0.8262772</c:v>
                </c:pt>
                <c:pt idx="1263">
                  <c:v>0.82625735</c:v>
                </c:pt>
                <c:pt idx="1264">
                  <c:v>0.82623732</c:v>
                </c:pt>
                <c:pt idx="1265">
                  <c:v>0.82621759</c:v>
                </c:pt>
                <c:pt idx="1266">
                  <c:v>0.82619792</c:v>
                </c:pt>
                <c:pt idx="1267">
                  <c:v>0.82617831</c:v>
                </c:pt>
                <c:pt idx="1268">
                  <c:v>0.82615912</c:v>
                </c:pt>
                <c:pt idx="1269">
                  <c:v>0.82614017</c:v>
                </c:pt>
                <c:pt idx="1270">
                  <c:v>0.82612199</c:v>
                </c:pt>
                <c:pt idx="1271">
                  <c:v>0.82610512</c:v>
                </c:pt>
                <c:pt idx="1272">
                  <c:v>0.82608968</c:v>
                </c:pt>
                <c:pt idx="1273">
                  <c:v>0.82607734</c:v>
                </c:pt>
                <c:pt idx="1274">
                  <c:v>0.82606912</c:v>
                </c:pt>
                <c:pt idx="1275">
                  <c:v>0.82606584</c:v>
                </c:pt>
                <c:pt idx="1276">
                  <c:v>0.8260721</c:v>
                </c:pt>
                <c:pt idx="1277">
                  <c:v>0.82608569</c:v>
                </c:pt>
                <c:pt idx="1278">
                  <c:v>0.82610452</c:v>
                </c:pt>
                <c:pt idx="1279">
                  <c:v>0.82611519</c:v>
                </c:pt>
                <c:pt idx="1280">
                  <c:v>0.82610321</c:v>
                </c:pt>
                <c:pt idx="1281">
                  <c:v>0.82605118</c:v>
                </c:pt>
                <c:pt idx="1282">
                  <c:v>0.82597029</c:v>
                </c:pt>
                <c:pt idx="1283">
                  <c:v>0.82588947</c:v>
                </c:pt>
                <c:pt idx="1284">
                  <c:v>0.82584268</c:v>
                </c:pt>
                <c:pt idx="1285">
                  <c:v>0.82583725</c:v>
                </c:pt>
                <c:pt idx="1286">
                  <c:v>0.82585239</c:v>
                </c:pt>
                <c:pt idx="1287">
                  <c:v>0.82585979</c:v>
                </c:pt>
                <c:pt idx="1288">
                  <c:v>0.82583898</c:v>
                </c:pt>
                <c:pt idx="1289">
                  <c:v>0.8257935</c:v>
                </c:pt>
                <c:pt idx="1290">
                  <c:v>0.82574183</c:v>
                </c:pt>
                <c:pt idx="1291">
                  <c:v>0.82570797</c:v>
                </c:pt>
                <c:pt idx="1292">
                  <c:v>0.82569659</c:v>
                </c:pt>
                <c:pt idx="1293">
                  <c:v>0.82569551</c:v>
                </c:pt>
                <c:pt idx="1294">
                  <c:v>0.82568991</c:v>
                </c:pt>
                <c:pt idx="1295">
                  <c:v>0.82566833</c:v>
                </c:pt>
                <c:pt idx="1296">
                  <c:v>0.8256343</c:v>
                </c:pt>
                <c:pt idx="1297">
                  <c:v>0.82559997</c:v>
                </c:pt>
                <c:pt idx="1298">
                  <c:v>0.82557398</c:v>
                </c:pt>
                <c:pt idx="1299">
                  <c:v>0.82555944</c:v>
                </c:pt>
                <c:pt idx="1300">
                  <c:v>0.8255496</c:v>
                </c:pt>
                <c:pt idx="1301">
                  <c:v>0.82553709</c:v>
                </c:pt>
                <c:pt idx="1302">
                  <c:v>0.82551718</c:v>
                </c:pt>
                <c:pt idx="1303">
                  <c:v>0.82549047</c:v>
                </c:pt>
                <c:pt idx="1304">
                  <c:v>0.82546294</c:v>
                </c:pt>
                <c:pt idx="1305">
                  <c:v>0.82543957</c:v>
                </c:pt>
                <c:pt idx="1306">
                  <c:v>0.82542092</c:v>
                </c:pt>
                <c:pt idx="1307">
                  <c:v>0.82540631</c:v>
                </c:pt>
                <c:pt idx="1308">
                  <c:v>0.82539117</c:v>
                </c:pt>
                <c:pt idx="1309">
                  <c:v>0.82537317</c:v>
                </c:pt>
                <c:pt idx="1310">
                  <c:v>0.8253516</c:v>
                </c:pt>
                <c:pt idx="1311">
                  <c:v>0.82532769</c:v>
                </c:pt>
                <c:pt idx="1312">
                  <c:v>0.82530469</c:v>
                </c:pt>
                <c:pt idx="1313">
                  <c:v>0.82528371</c:v>
                </c:pt>
                <c:pt idx="1314">
                  <c:v>0.82526493</c:v>
                </c:pt>
                <c:pt idx="1315">
                  <c:v>0.82524759</c:v>
                </c:pt>
                <c:pt idx="1316">
                  <c:v>0.82523066</c:v>
                </c:pt>
                <c:pt idx="1317">
                  <c:v>0.82521182</c:v>
                </c:pt>
                <c:pt idx="1318">
                  <c:v>0.82519186</c:v>
                </c:pt>
                <c:pt idx="1319">
                  <c:v>0.82517087</c:v>
                </c:pt>
                <c:pt idx="1320">
                  <c:v>0.8251493</c:v>
                </c:pt>
                <c:pt idx="1321">
                  <c:v>0.82512796</c:v>
                </c:pt>
                <c:pt idx="1322">
                  <c:v>0.82510757</c:v>
                </c:pt>
                <c:pt idx="1323">
                  <c:v>0.82508856</c:v>
                </c:pt>
                <c:pt idx="1324">
                  <c:v>0.82506949</c:v>
                </c:pt>
                <c:pt idx="1325">
                  <c:v>0.82505059</c:v>
                </c:pt>
                <c:pt idx="1326">
                  <c:v>0.82503128</c:v>
                </c:pt>
                <c:pt idx="1327">
                  <c:v>0.82501221</c:v>
                </c:pt>
                <c:pt idx="1328">
                  <c:v>0.82499295</c:v>
                </c:pt>
                <c:pt idx="1329">
                  <c:v>0.82497191</c:v>
                </c:pt>
                <c:pt idx="1330">
                  <c:v>0.82495111</c:v>
                </c:pt>
                <c:pt idx="1331">
                  <c:v>0.82493055</c:v>
                </c:pt>
                <c:pt idx="1332">
                  <c:v>0.82490879</c:v>
                </c:pt>
                <c:pt idx="1333">
                  <c:v>0.82488799</c:v>
                </c:pt>
                <c:pt idx="1334">
                  <c:v>0.82486713</c:v>
                </c:pt>
                <c:pt idx="1335">
                  <c:v>0.82484591</c:v>
                </c:pt>
                <c:pt idx="1336">
                  <c:v>0.82482564</c:v>
                </c:pt>
                <c:pt idx="1337">
                  <c:v>0.82480478</c:v>
                </c:pt>
                <c:pt idx="1338">
                  <c:v>0.82478428</c:v>
                </c:pt>
                <c:pt idx="1339">
                  <c:v>0.82476342</c:v>
                </c:pt>
                <c:pt idx="1340">
                  <c:v>0.82474244</c:v>
                </c:pt>
                <c:pt idx="1341">
                  <c:v>0.82472175</c:v>
                </c:pt>
                <c:pt idx="1342">
                  <c:v>0.82470059</c:v>
                </c:pt>
                <c:pt idx="1343">
                  <c:v>0.82467949</c:v>
                </c:pt>
                <c:pt idx="1344">
                  <c:v>0.8246581</c:v>
                </c:pt>
                <c:pt idx="1345">
                  <c:v>0.82463628</c:v>
                </c:pt>
                <c:pt idx="1346">
                  <c:v>0.82461369</c:v>
                </c:pt>
                <c:pt idx="1347">
                  <c:v>0.82459128</c:v>
                </c:pt>
                <c:pt idx="1348">
                  <c:v>0.82456857</c:v>
                </c:pt>
                <c:pt idx="1349">
                  <c:v>0.82454562</c:v>
                </c:pt>
                <c:pt idx="1350">
                  <c:v>0.82452267</c:v>
                </c:pt>
                <c:pt idx="1351">
                  <c:v>0.82449967</c:v>
                </c:pt>
                <c:pt idx="1352">
                  <c:v>0.82447648</c:v>
                </c:pt>
                <c:pt idx="1353">
                  <c:v>0.82445264</c:v>
                </c:pt>
                <c:pt idx="1354">
                  <c:v>0.8244288</c:v>
                </c:pt>
                <c:pt idx="1355">
                  <c:v>0.8244043</c:v>
                </c:pt>
                <c:pt idx="1356">
                  <c:v>0.82438016</c:v>
                </c:pt>
                <c:pt idx="1357">
                  <c:v>0.82435572</c:v>
                </c:pt>
                <c:pt idx="1358">
                  <c:v>0.8243311</c:v>
                </c:pt>
                <c:pt idx="1359">
                  <c:v>0.82430691</c:v>
                </c:pt>
                <c:pt idx="1360">
                  <c:v>0.82428235</c:v>
                </c:pt>
                <c:pt idx="1361">
                  <c:v>0.82425827</c:v>
                </c:pt>
                <c:pt idx="1362">
                  <c:v>0.82423383</c:v>
                </c:pt>
                <c:pt idx="1363">
                  <c:v>0.82420987</c:v>
                </c:pt>
                <c:pt idx="1364">
                  <c:v>0.82418638</c:v>
                </c:pt>
                <c:pt idx="1365">
                  <c:v>0.82416356</c:v>
                </c:pt>
                <c:pt idx="1366">
                  <c:v>0.82414061</c:v>
                </c:pt>
                <c:pt idx="1367">
                  <c:v>0.82411855</c:v>
                </c:pt>
                <c:pt idx="1368">
                  <c:v>0.8240968</c:v>
                </c:pt>
                <c:pt idx="1369">
                  <c:v>0.8240754</c:v>
                </c:pt>
                <c:pt idx="1370">
                  <c:v>0.82405394</c:v>
                </c:pt>
                <c:pt idx="1371">
                  <c:v>0.82403159</c:v>
                </c:pt>
                <c:pt idx="1372">
                  <c:v>0.82400864</c:v>
                </c:pt>
                <c:pt idx="1373">
                  <c:v>0.8239851</c:v>
                </c:pt>
                <c:pt idx="1374">
                  <c:v>0.82395941</c:v>
                </c:pt>
                <c:pt idx="1375">
                  <c:v>0.82393277</c:v>
                </c:pt>
                <c:pt idx="1376">
                  <c:v>0.82390445</c:v>
                </c:pt>
                <c:pt idx="1377">
                  <c:v>0.82387519</c:v>
                </c:pt>
                <c:pt idx="1378">
                  <c:v>0.82384557</c:v>
                </c:pt>
                <c:pt idx="1379">
                  <c:v>0.82381731</c:v>
                </c:pt>
                <c:pt idx="1380">
                  <c:v>0.82378966</c:v>
                </c:pt>
                <c:pt idx="1381">
                  <c:v>0.82376283</c:v>
                </c:pt>
                <c:pt idx="1382">
                  <c:v>0.82373738</c:v>
                </c:pt>
                <c:pt idx="1383">
                  <c:v>0.82371283</c:v>
                </c:pt>
                <c:pt idx="1384">
                  <c:v>0.82368827</c:v>
                </c:pt>
                <c:pt idx="1385">
                  <c:v>0.82366365</c:v>
                </c:pt>
                <c:pt idx="1386">
                  <c:v>0.82364023</c:v>
                </c:pt>
                <c:pt idx="1387">
                  <c:v>0.82361597</c:v>
                </c:pt>
                <c:pt idx="1388">
                  <c:v>0.82359183</c:v>
                </c:pt>
                <c:pt idx="1389">
                  <c:v>0.823569</c:v>
                </c:pt>
                <c:pt idx="1390">
                  <c:v>0.82354534</c:v>
                </c:pt>
                <c:pt idx="1391">
                  <c:v>0.82352233</c:v>
                </c:pt>
                <c:pt idx="1392">
                  <c:v>0.82349944</c:v>
                </c:pt>
                <c:pt idx="1393">
                  <c:v>0.82347769</c:v>
                </c:pt>
                <c:pt idx="1394">
                  <c:v>0.82345575</c:v>
                </c:pt>
                <c:pt idx="1395">
                  <c:v>0.82343489</c:v>
                </c:pt>
                <c:pt idx="1396">
                  <c:v>0.82341373</c:v>
                </c:pt>
                <c:pt idx="1397">
                  <c:v>0.82339162</c:v>
                </c:pt>
                <c:pt idx="1398">
                  <c:v>0.82336861</c:v>
                </c:pt>
                <c:pt idx="1399">
                  <c:v>0.82334298</c:v>
                </c:pt>
                <c:pt idx="1400">
                  <c:v>0.8233161</c:v>
                </c:pt>
                <c:pt idx="1401">
                  <c:v>0.82328624</c:v>
                </c:pt>
                <c:pt idx="1402">
                  <c:v>0.8232531</c:v>
                </c:pt>
                <c:pt idx="1403">
                  <c:v>0.823219</c:v>
                </c:pt>
                <c:pt idx="1404">
                  <c:v>0.82318455</c:v>
                </c:pt>
                <c:pt idx="1405">
                  <c:v>0.82315153</c:v>
                </c:pt>
                <c:pt idx="1406">
                  <c:v>0.82312107</c:v>
                </c:pt>
                <c:pt idx="1407">
                  <c:v>0.82309312</c:v>
                </c:pt>
                <c:pt idx="1408">
                  <c:v>0.82306701</c:v>
                </c:pt>
                <c:pt idx="1409">
                  <c:v>0.82304293</c:v>
                </c:pt>
                <c:pt idx="1410">
                  <c:v>0.82301962</c:v>
                </c:pt>
                <c:pt idx="1411">
                  <c:v>0.82299757</c:v>
                </c:pt>
                <c:pt idx="1412">
                  <c:v>0.8229754</c:v>
                </c:pt>
                <c:pt idx="1413">
                  <c:v>0.82295346</c:v>
                </c:pt>
                <c:pt idx="1414">
                  <c:v>0.82293206</c:v>
                </c:pt>
                <c:pt idx="1415">
                  <c:v>0.82291102</c:v>
                </c:pt>
                <c:pt idx="1416">
                  <c:v>0.82288945</c:v>
                </c:pt>
                <c:pt idx="1417">
                  <c:v>0.8228665</c:v>
                </c:pt>
                <c:pt idx="1418">
                  <c:v>0.82284135</c:v>
                </c:pt>
                <c:pt idx="1419">
                  <c:v>0.82281345</c:v>
                </c:pt>
                <c:pt idx="1420">
                  <c:v>0.82278204</c:v>
                </c:pt>
                <c:pt idx="1421">
                  <c:v>0.82274789</c:v>
                </c:pt>
                <c:pt idx="1422">
                  <c:v>0.82271183</c:v>
                </c:pt>
                <c:pt idx="1423">
                  <c:v>0.82267493</c:v>
                </c:pt>
                <c:pt idx="1424">
                  <c:v>0.82263887</c:v>
                </c:pt>
                <c:pt idx="1425">
                  <c:v>0.82260561</c:v>
                </c:pt>
                <c:pt idx="1426">
                  <c:v>0.82257473</c:v>
                </c:pt>
                <c:pt idx="1427">
                  <c:v>0.82254577</c:v>
                </c:pt>
                <c:pt idx="1428">
                  <c:v>0.82251936</c:v>
                </c:pt>
                <c:pt idx="1429">
                  <c:v>0.82249367</c:v>
                </c:pt>
                <c:pt idx="1430">
                  <c:v>0.8224684</c:v>
                </c:pt>
                <c:pt idx="1431">
                  <c:v>0.82244492</c:v>
                </c:pt>
                <c:pt idx="1432">
                  <c:v>0.82242131</c:v>
                </c:pt>
                <c:pt idx="1433">
                  <c:v>0.82239872</c:v>
                </c:pt>
                <c:pt idx="1434">
                  <c:v>0.82237703</c:v>
                </c:pt>
                <c:pt idx="1435">
                  <c:v>0.82235628</c:v>
                </c:pt>
                <c:pt idx="1436">
                  <c:v>0.82233649</c:v>
                </c:pt>
                <c:pt idx="1437">
                  <c:v>0.82231748</c:v>
                </c:pt>
                <c:pt idx="1438">
                  <c:v>0.82229775</c:v>
                </c:pt>
                <c:pt idx="1439">
                  <c:v>0.82227737</c:v>
                </c:pt>
                <c:pt idx="1440">
                  <c:v>0.82225472</c:v>
                </c:pt>
                <c:pt idx="1441">
                  <c:v>0.82222903</c:v>
                </c:pt>
                <c:pt idx="1442">
                  <c:v>0.82219988</c:v>
                </c:pt>
                <c:pt idx="1443">
                  <c:v>0.8221665</c:v>
                </c:pt>
                <c:pt idx="1444">
                  <c:v>0.82213098</c:v>
                </c:pt>
                <c:pt idx="1445">
                  <c:v>0.82209468</c:v>
                </c:pt>
                <c:pt idx="1446">
                  <c:v>0.82205874</c:v>
                </c:pt>
                <c:pt idx="1447">
                  <c:v>0.8220253</c:v>
                </c:pt>
                <c:pt idx="1448">
                  <c:v>0.82199448</c:v>
                </c:pt>
                <c:pt idx="1449">
                  <c:v>0.82196701</c:v>
                </c:pt>
                <c:pt idx="1450">
                  <c:v>0.82194197</c:v>
                </c:pt>
                <c:pt idx="1451">
                  <c:v>0.82191807</c:v>
                </c:pt>
                <c:pt idx="1452">
                  <c:v>0.821895</c:v>
                </c:pt>
                <c:pt idx="1453">
                  <c:v>0.82187194</c:v>
                </c:pt>
                <c:pt idx="1454">
                  <c:v>0.82184923</c:v>
                </c:pt>
                <c:pt idx="1455">
                  <c:v>0.82182485</c:v>
                </c:pt>
                <c:pt idx="1456">
                  <c:v>0.82180005</c:v>
                </c:pt>
                <c:pt idx="1457">
                  <c:v>0.82177472</c:v>
                </c:pt>
                <c:pt idx="1458">
                  <c:v>0.8217479</c:v>
                </c:pt>
                <c:pt idx="1459">
                  <c:v>0.82172072</c:v>
                </c:pt>
                <c:pt idx="1460">
                  <c:v>0.82169259</c:v>
                </c:pt>
                <c:pt idx="1461">
                  <c:v>0.82166386</c:v>
                </c:pt>
                <c:pt idx="1462">
                  <c:v>0.82163465</c:v>
                </c:pt>
                <c:pt idx="1463">
                  <c:v>0.82160521</c:v>
                </c:pt>
                <c:pt idx="1464">
                  <c:v>0.82157654</c:v>
                </c:pt>
                <c:pt idx="1465">
                  <c:v>0.82154846</c:v>
                </c:pt>
                <c:pt idx="1466">
                  <c:v>0.82152045</c:v>
                </c:pt>
                <c:pt idx="1467">
                  <c:v>0.82149291</c:v>
                </c:pt>
                <c:pt idx="1468">
                  <c:v>0.82146615</c:v>
                </c:pt>
                <c:pt idx="1469">
                  <c:v>0.82143945</c:v>
                </c:pt>
                <c:pt idx="1470">
                  <c:v>0.82141316</c:v>
                </c:pt>
                <c:pt idx="1471">
                  <c:v>0.8213861</c:v>
                </c:pt>
                <c:pt idx="1472">
                  <c:v>0.82135981</c:v>
                </c:pt>
                <c:pt idx="1473">
                  <c:v>0.82133329</c:v>
                </c:pt>
                <c:pt idx="1474">
                  <c:v>0.82130694</c:v>
                </c:pt>
                <c:pt idx="1475">
                  <c:v>0.82128066</c:v>
                </c:pt>
                <c:pt idx="1476">
                  <c:v>0.82125545</c:v>
                </c:pt>
                <c:pt idx="1477">
                  <c:v>0.82122976</c:v>
                </c:pt>
                <c:pt idx="1478">
                  <c:v>0.8212046</c:v>
                </c:pt>
                <c:pt idx="1479">
                  <c:v>0.82118034</c:v>
                </c:pt>
                <c:pt idx="1480">
                  <c:v>0.82115626</c:v>
                </c:pt>
                <c:pt idx="1481">
                  <c:v>0.82113355</c:v>
                </c:pt>
                <c:pt idx="1482">
                  <c:v>0.82111329</c:v>
                </c:pt>
                <c:pt idx="1483">
                  <c:v>0.82109559</c:v>
                </c:pt>
                <c:pt idx="1484">
                  <c:v>0.82108033</c:v>
                </c:pt>
                <c:pt idx="1485">
                  <c:v>0.82107025</c:v>
                </c:pt>
                <c:pt idx="1486">
                  <c:v>0.8210637</c:v>
                </c:pt>
                <c:pt idx="1487">
                  <c:v>0.82106197</c:v>
                </c:pt>
                <c:pt idx="1488">
                  <c:v>0.82106113</c:v>
                </c:pt>
                <c:pt idx="1489">
                  <c:v>0.82105565</c:v>
                </c:pt>
                <c:pt idx="1490">
                  <c:v>0.82103544</c:v>
                </c:pt>
                <c:pt idx="1491">
                  <c:v>0.82099462</c:v>
                </c:pt>
                <c:pt idx="1492">
                  <c:v>0.8209337</c:v>
                </c:pt>
                <c:pt idx="1493">
                  <c:v>0.82086527</c:v>
                </c:pt>
                <c:pt idx="1494">
                  <c:v>0.82080889</c:v>
                </c:pt>
                <c:pt idx="1495">
                  <c:v>0.82077616</c:v>
                </c:pt>
                <c:pt idx="1496">
                  <c:v>0.82076496</c:v>
                </c:pt>
                <c:pt idx="1497">
                  <c:v>0.82076365</c:v>
                </c:pt>
                <c:pt idx="1498">
                  <c:v>0.82075703</c:v>
                </c:pt>
                <c:pt idx="1499">
                  <c:v>0.82073736</c:v>
                </c:pt>
                <c:pt idx="1500">
                  <c:v>0.82070249</c:v>
                </c:pt>
                <c:pt idx="1501">
                  <c:v>0.82065833</c:v>
                </c:pt>
                <c:pt idx="1502">
                  <c:v>0.82061738</c:v>
                </c:pt>
                <c:pt idx="1503">
                  <c:v>0.82058686</c:v>
                </c:pt>
                <c:pt idx="1504">
                  <c:v>0.82056677</c:v>
                </c:pt>
                <c:pt idx="1505">
                  <c:v>0.820553</c:v>
                </c:pt>
                <c:pt idx="1506">
                  <c:v>0.82053894</c:v>
                </c:pt>
                <c:pt idx="1507">
                  <c:v>0.82051927</c:v>
                </c:pt>
                <c:pt idx="1508">
                  <c:v>0.82049245</c:v>
                </c:pt>
                <c:pt idx="1509">
                  <c:v>0.82046133</c:v>
                </c:pt>
                <c:pt idx="1510">
                  <c:v>0.82042968</c:v>
                </c:pt>
                <c:pt idx="1511">
                  <c:v>0.82040215</c:v>
                </c:pt>
                <c:pt idx="1512">
                  <c:v>0.82037848</c:v>
                </c:pt>
                <c:pt idx="1513">
                  <c:v>0.8203584</c:v>
                </c:pt>
                <c:pt idx="1514">
                  <c:v>0.82033998</c:v>
                </c:pt>
                <c:pt idx="1515">
                  <c:v>0.82032007</c:v>
                </c:pt>
                <c:pt idx="1516">
                  <c:v>0.82029778</c:v>
                </c:pt>
                <c:pt idx="1517">
                  <c:v>0.82027322</c:v>
                </c:pt>
                <c:pt idx="1518">
                  <c:v>0.82024699</c:v>
                </c:pt>
                <c:pt idx="1519">
                  <c:v>0.82022053</c:v>
                </c:pt>
                <c:pt idx="1520">
                  <c:v>0.82019544</c:v>
                </c:pt>
                <c:pt idx="1521">
                  <c:v>0.82017249</c:v>
                </c:pt>
                <c:pt idx="1522">
                  <c:v>0.82015055</c:v>
                </c:pt>
                <c:pt idx="1523">
                  <c:v>0.82012975</c:v>
                </c:pt>
                <c:pt idx="1524">
                  <c:v>0.82010901</c:v>
                </c:pt>
                <c:pt idx="1525">
                  <c:v>0.82008785</c:v>
                </c:pt>
                <c:pt idx="1526">
                  <c:v>0.82006592</c:v>
                </c:pt>
                <c:pt idx="1527">
                  <c:v>0.82004231</c:v>
                </c:pt>
                <c:pt idx="1528">
                  <c:v>0.82001835</c:v>
                </c:pt>
                <c:pt idx="1529">
                  <c:v>0.81999457</c:v>
                </c:pt>
                <c:pt idx="1530">
                  <c:v>0.81997073</c:v>
                </c:pt>
                <c:pt idx="1531">
                  <c:v>0.81994718</c:v>
                </c:pt>
                <c:pt idx="1532">
                  <c:v>0.81992441</c:v>
                </c:pt>
                <c:pt idx="1533">
                  <c:v>0.81990123</c:v>
                </c:pt>
                <c:pt idx="1534">
                  <c:v>0.81987953</c:v>
                </c:pt>
                <c:pt idx="1535">
                  <c:v>0.81985784</c:v>
                </c:pt>
                <c:pt idx="1536">
                  <c:v>0.8198356</c:v>
                </c:pt>
                <c:pt idx="1537">
                  <c:v>0.81981438</c:v>
                </c:pt>
                <c:pt idx="1538">
                  <c:v>0.81979233</c:v>
                </c:pt>
                <c:pt idx="1539">
                  <c:v>0.81977028</c:v>
                </c:pt>
                <c:pt idx="1540">
                  <c:v>0.81974822</c:v>
                </c:pt>
                <c:pt idx="1541">
                  <c:v>0.81972557</c:v>
                </c:pt>
                <c:pt idx="1542">
                  <c:v>0.81970227</c:v>
                </c:pt>
                <c:pt idx="1543">
                  <c:v>0.81967896</c:v>
                </c:pt>
                <c:pt idx="1544">
                  <c:v>0.81965554</c:v>
                </c:pt>
                <c:pt idx="1545">
                  <c:v>0.81963229</c:v>
                </c:pt>
                <c:pt idx="1546">
                  <c:v>0.81960928</c:v>
                </c:pt>
                <c:pt idx="1547">
                  <c:v>0.81958616</c:v>
                </c:pt>
                <c:pt idx="1548">
                  <c:v>0.81956321</c:v>
                </c:pt>
                <c:pt idx="1549">
                  <c:v>0.81954026</c:v>
                </c:pt>
                <c:pt idx="1550">
                  <c:v>0.81951672</c:v>
                </c:pt>
                <c:pt idx="1551">
                  <c:v>0.81949425</c:v>
                </c:pt>
                <c:pt idx="1552">
                  <c:v>0.81947106</c:v>
                </c:pt>
                <c:pt idx="1553">
                  <c:v>0.81944859</c:v>
                </c:pt>
                <c:pt idx="1554">
                  <c:v>0.81942505</c:v>
                </c:pt>
                <c:pt idx="1555">
                  <c:v>0.8194018</c:v>
                </c:pt>
                <c:pt idx="1556">
                  <c:v>0.8193779</c:v>
                </c:pt>
                <c:pt idx="1557">
                  <c:v>0.81935394</c:v>
                </c:pt>
                <c:pt idx="1558">
                  <c:v>0.81933045</c:v>
                </c:pt>
                <c:pt idx="1559">
                  <c:v>0.81930649</c:v>
                </c:pt>
                <c:pt idx="1560">
                  <c:v>0.81928253</c:v>
                </c:pt>
                <c:pt idx="1561">
                  <c:v>0.81925917</c:v>
                </c:pt>
                <c:pt idx="1562">
                  <c:v>0.81923485</c:v>
                </c:pt>
                <c:pt idx="1563">
                  <c:v>0.81921071</c:v>
                </c:pt>
                <c:pt idx="1564">
                  <c:v>0.81918699</c:v>
                </c:pt>
                <c:pt idx="1565">
                  <c:v>0.81916279</c:v>
                </c:pt>
                <c:pt idx="1566">
                  <c:v>0.81913859</c:v>
                </c:pt>
                <c:pt idx="1567">
                  <c:v>0.8191148</c:v>
                </c:pt>
                <c:pt idx="1568">
                  <c:v>0.81909019</c:v>
                </c:pt>
                <c:pt idx="1569">
                  <c:v>0.81906581</c:v>
                </c:pt>
                <c:pt idx="1570">
                  <c:v>0.81904179</c:v>
                </c:pt>
                <c:pt idx="1571">
                  <c:v>0.81901735</c:v>
                </c:pt>
                <c:pt idx="1572">
                  <c:v>0.81899261</c:v>
                </c:pt>
                <c:pt idx="1573">
                  <c:v>0.81896836</c:v>
                </c:pt>
                <c:pt idx="1574">
                  <c:v>0.81894451</c:v>
                </c:pt>
                <c:pt idx="1575">
                  <c:v>0.81892145</c:v>
                </c:pt>
                <c:pt idx="1576">
                  <c:v>0.81889844</c:v>
                </c:pt>
                <c:pt idx="1577">
                  <c:v>0.81887704</c:v>
                </c:pt>
                <c:pt idx="1578">
                  <c:v>0.81885856</c:v>
                </c:pt>
                <c:pt idx="1579">
                  <c:v>0.8188414</c:v>
                </c:pt>
                <c:pt idx="1580">
                  <c:v>0.81882834</c:v>
                </c:pt>
                <c:pt idx="1581">
                  <c:v>0.81881708</c:v>
                </c:pt>
                <c:pt idx="1582">
                  <c:v>0.81880784</c:v>
                </c:pt>
                <c:pt idx="1583">
                  <c:v>0.81879616</c:v>
                </c:pt>
                <c:pt idx="1584">
                  <c:v>0.81877756</c:v>
                </c:pt>
                <c:pt idx="1585">
                  <c:v>0.81874728</c:v>
                </c:pt>
                <c:pt idx="1586">
                  <c:v>0.81870323</c:v>
                </c:pt>
                <c:pt idx="1587">
                  <c:v>0.8186478</c:v>
                </c:pt>
                <c:pt idx="1588">
                  <c:v>0.81858969</c:v>
                </c:pt>
                <c:pt idx="1589">
                  <c:v>0.81854069</c:v>
                </c:pt>
                <c:pt idx="1590">
                  <c:v>0.81850511</c:v>
                </c:pt>
                <c:pt idx="1591">
                  <c:v>0.81848341</c:v>
                </c:pt>
                <c:pt idx="1592">
                  <c:v>0.81847084</c:v>
                </c:pt>
                <c:pt idx="1593">
                  <c:v>0.81845915</c:v>
                </c:pt>
                <c:pt idx="1594">
                  <c:v>0.81844252</c:v>
                </c:pt>
                <c:pt idx="1595">
                  <c:v>0.81841737</c:v>
                </c:pt>
                <c:pt idx="1596">
                  <c:v>0.81838375</c:v>
                </c:pt>
                <c:pt idx="1597">
                  <c:v>0.81834656</c:v>
                </c:pt>
                <c:pt idx="1598">
                  <c:v>0.81830883</c:v>
                </c:pt>
                <c:pt idx="1599">
                  <c:v>0.81827676</c:v>
                </c:pt>
                <c:pt idx="1600">
                  <c:v>0.81825078</c:v>
                </c:pt>
                <c:pt idx="1601">
                  <c:v>0.81822997</c:v>
                </c:pt>
                <c:pt idx="1602">
                  <c:v>0.81821191</c:v>
                </c:pt>
                <c:pt idx="1603">
                  <c:v>0.8181932</c:v>
                </c:pt>
                <c:pt idx="1604">
                  <c:v>0.8181724</c:v>
                </c:pt>
                <c:pt idx="1605">
                  <c:v>0.81814808</c:v>
                </c:pt>
                <c:pt idx="1606">
                  <c:v>0.81812054</c:v>
                </c:pt>
                <c:pt idx="1607">
                  <c:v>0.81809151</c:v>
                </c:pt>
                <c:pt idx="1608">
                  <c:v>0.81806231</c:v>
                </c:pt>
                <c:pt idx="1609">
                  <c:v>0.81803536</c:v>
                </c:pt>
                <c:pt idx="1610">
                  <c:v>0.81801027</c:v>
                </c:pt>
                <c:pt idx="1611">
                  <c:v>0.81798768</c:v>
                </c:pt>
                <c:pt idx="1612">
                  <c:v>0.81796598</c:v>
                </c:pt>
                <c:pt idx="1613">
                  <c:v>0.81794542</c:v>
                </c:pt>
                <c:pt idx="1614">
                  <c:v>0.81792492</c:v>
                </c:pt>
                <c:pt idx="1615">
                  <c:v>0.8179031</c:v>
                </c:pt>
                <c:pt idx="1616">
                  <c:v>0.81788146</c:v>
                </c:pt>
                <c:pt idx="1617">
                  <c:v>0.81785792</c:v>
                </c:pt>
                <c:pt idx="1618">
                  <c:v>0.81783384</c:v>
                </c:pt>
                <c:pt idx="1619">
                  <c:v>0.81780899</c:v>
                </c:pt>
                <c:pt idx="1620">
                  <c:v>0.81778407</c:v>
                </c:pt>
                <c:pt idx="1621">
                  <c:v>0.81775886</c:v>
                </c:pt>
                <c:pt idx="1622">
                  <c:v>0.81773418</c:v>
                </c:pt>
                <c:pt idx="1623">
                  <c:v>0.81771028</c:v>
                </c:pt>
                <c:pt idx="1624">
                  <c:v>0.81768698</c:v>
                </c:pt>
                <c:pt idx="1625">
                  <c:v>0.81766379</c:v>
                </c:pt>
                <c:pt idx="1626">
                  <c:v>0.8176415</c:v>
                </c:pt>
                <c:pt idx="1627">
                  <c:v>0.81761956</c:v>
                </c:pt>
                <c:pt idx="1628">
                  <c:v>0.81759757</c:v>
                </c:pt>
                <c:pt idx="1629">
                  <c:v>0.81757581</c:v>
                </c:pt>
                <c:pt idx="1630">
                  <c:v>0.81755477</c:v>
                </c:pt>
                <c:pt idx="1631">
                  <c:v>0.8175329</c:v>
                </c:pt>
                <c:pt idx="1632">
                  <c:v>0.81751198</c:v>
                </c:pt>
                <c:pt idx="1633">
                  <c:v>0.81749076</c:v>
                </c:pt>
                <c:pt idx="1634">
                  <c:v>0.81746978</c:v>
                </c:pt>
                <c:pt idx="1635">
                  <c:v>0.81744808</c:v>
                </c:pt>
                <c:pt idx="1636">
                  <c:v>0.8174268</c:v>
                </c:pt>
                <c:pt idx="1637">
                  <c:v>0.81740463</c:v>
                </c:pt>
                <c:pt idx="1638">
                  <c:v>0.81738192</c:v>
                </c:pt>
                <c:pt idx="1639">
                  <c:v>0.81736016</c:v>
                </c:pt>
                <c:pt idx="1640">
                  <c:v>0.81733793</c:v>
                </c:pt>
                <c:pt idx="1641">
                  <c:v>0.81731534</c:v>
                </c:pt>
                <c:pt idx="1642">
                  <c:v>0.81729263</c:v>
                </c:pt>
                <c:pt idx="1643">
                  <c:v>0.81727016</c:v>
                </c:pt>
                <c:pt idx="1644">
                  <c:v>0.81724745</c:v>
                </c:pt>
                <c:pt idx="1645">
                  <c:v>0.81722558</c:v>
                </c:pt>
                <c:pt idx="1646">
                  <c:v>0.817204</c:v>
                </c:pt>
                <c:pt idx="1647">
                  <c:v>0.81718242</c:v>
                </c:pt>
                <c:pt idx="1648">
                  <c:v>0.81716055</c:v>
                </c:pt>
                <c:pt idx="1649">
                  <c:v>0.81713903</c:v>
                </c:pt>
                <c:pt idx="1650">
                  <c:v>0.81711775</c:v>
                </c:pt>
                <c:pt idx="1651">
                  <c:v>0.81709737</c:v>
                </c:pt>
                <c:pt idx="1652">
                  <c:v>0.81707561</c:v>
                </c:pt>
                <c:pt idx="1653">
                  <c:v>0.81705511</c:v>
                </c:pt>
                <c:pt idx="1654">
                  <c:v>0.81703347</c:v>
                </c:pt>
                <c:pt idx="1655">
                  <c:v>0.81701148</c:v>
                </c:pt>
                <c:pt idx="1656">
                  <c:v>0.81698865</c:v>
                </c:pt>
                <c:pt idx="1657">
                  <c:v>0.81696266</c:v>
                </c:pt>
                <c:pt idx="1658">
                  <c:v>0.81693441</c:v>
                </c:pt>
                <c:pt idx="1659">
                  <c:v>0.81690234</c:v>
                </c:pt>
                <c:pt idx="1660">
                  <c:v>0.8168667</c:v>
                </c:pt>
                <c:pt idx="1661">
                  <c:v>0.81683189</c:v>
                </c:pt>
                <c:pt idx="1662">
                  <c:v>0.81680089</c:v>
                </c:pt>
                <c:pt idx="1663">
                  <c:v>0.81677097</c:v>
                </c:pt>
                <c:pt idx="1664">
                  <c:v>0.8167417</c:v>
                </c:pt>
                <c:pt idx="1665">
                  <c:v>0.81671154</c:v>
                </c:pt>
                <c:pt idx="1666">
                  <c:v>0.81668109</c:v>
                </c:pt>
                <c:pt idx="1667">
                  <c:v>0.81664985</c:v>
                </c:pt>
                <c:pt idx="1668">
                  <c:v>0.81662124</c:v>
                </c:pt>
                <c:pt idx="1669">
                  <c:v>0.81659448</c:v>
                </c:pt>
                <c:pt idx="1670">
                  <c:v>0.81656998</c:v>
                </c:pt>
                <c:pt idx="1671">
                  <c:v>0.81654841</c:v>
                </c:pt>
                <c:pt idx="1672">
                  <c:v>0.81652761</c:v>
                </c:pt>
                <c:pt idx="1673">
                  <c:v>0.81650794</c:v>
                </c:pt>
                <c:pt idx="1674">
                  <c:v>0.81648821</c:v>
                </c:pt>
                <c:pt idx="1675">
                  <c:v>0.81646663</c:v>
                </c:pt>
                <c:pt idx="1676">
                  <c:v>0.81644505</c:v>
                </c:pt>
                <c:pt idx="1677">
                  <c:v>0.81642354</c:v>
                </c:pt>
                <c:pt idx="1678">
                  <c:v>0.81640202</c:v>
                </c:pt>
                <c:pt idx="1679">
                  <c:v>0.81638014</c:v>
                </c:pt>
                <c:pt idx="1680">
                  <c:v>0.81635791</c:v>
                </c:pt>
                <c:pt idx="1681">
                  <c:v>0.81633544</c:v>
                </c:pt>
                <c:pt idx="1682">
                  <c:v>0.81631255</c:v>
                </c:pt>
                <c:pt idx="1683">
                  <c:v>0.81629038</c:v>
                </c:pt>
                <c:pt idx="1684">
                  <c:v>0.81626832</c:v>
                </c:pt>
                <c:pt idx="1685">
                  <c:v>0.81624675</c:v>
                </c:pt>
                <c:pt idx="1686">
                  <c:v>0.81622523</c:v>
                </c:pt>
                <c:pt idx="1687">
                  <c:v>0.81620461</c:v>
                </c:pt>
                <c:pt idx="1688">
                  <c:v>0.81618446</c:v>
                </c:pt>
                <c:pt idx="1689">
                  <c:v>0.81616431</c:v>
                </c:pt>
                <c:pt idx="1690">
                  <c:v>0.81614405</c:v>
                </c:pt>
                <c:pt idx="1691">
                  <c:v>0.81612456</c:v>
                </c:pt>
                <c:pt idx="1692">
                  <c:v>0.81610513</c:v>
                </c:pt>
                <c:pt idx="1693">
                  <c:v>0.8160857</c:v>
                </c:pt>
                <c:pt idx="1694">
                  <c:v>0.81606632</c:v>
                </c:pt>
                <c:pt idx="1695">
                  <c:v>0.81604844</c:v>
                </c:pt>
                <c:pt idx="1696">
                  <c:v>0.81602997</c:v>
                </c:pt>
                <c:pt idx="1697">
                  <c:v>0.81601292</c:v>
                </c:pt>
                <c:pt idx="1698">
                  <c:v>0.81599653</c:v>
                </c:pt>
                <c:pt idx="1699">
                  <c:v>0.81598157</c:v>
                </c:pt>
                <c:pt idx="1700">
                  <c:v>0.81596857</c:v>
                </c:pt>
                <c:pt idx="1701">
                  <c:v>0.81595719</c:v>
                </c:pt>
                <c:pt idx="1702">
                  <c:v>0.81594908</c:v>
                </c:pt>
                <c:pt idx="1703">
                  <c:v>0.81594437</c:v>
                </c:pt>
                <c:pt idx="1704">
                  <c:v>0.81594157</c:v>
                </c:pt>
                <c:pt idx="1705">
                  <c:v>0.81593913</c:v>
                </c:pt>
                <c:pt idx="1706">
                  <c:v>0.81593341</c:v>
                </c:pt>
                <c:pt idx="1707">
                  <c:v>0.81592053</c:v>
                </c:pt>
                <c:pt idx="1708">
                  <c:v>0.81589496</c:v>
                </c:pt>
                <c:pt idx="1709">
                  <c:v>0.81585741</c:v>
                </c:pt>
                <c:pt idx="1710">
                  <c:v>0.81581151</c:v>
                </c:pt>
                <c:pt idx="1711">
                  <c:v>0.8157661</c:v>
                </c:pt>
                <c:pt idx="1712">
                  <c:v>0.81572944</c:v>
                </c:pt>
                <c:pt idx="1713">
                  <c:v>0.81570625</c:v>
                </c:pt>
                <c:pt idx="1714">
                  <c:v>0.81569475</c:v>
                </c:pt>
                <c:pt idx="1715">
                  <c:v>0.8156898</c:v>
                </c:pt>
                <c:pt idx="1716">
                  <c:v>0.81568444</c:v>
                </c:pt>
                <c:pt idx="1717">
                  <c:v>0.81567264</c:v>
                </c:pt>
                <c:pt idx="1718">
                  <c:v>0.81565356</c:v>
                </c:pt>
                <c:pt idx="1719">
                  <c:v>0.8156268</c:v>
                </c:pt>
                <c:pt idx="1720">
                  <c:v>0.8155973</c:v>
                </c:pt>
                <c:pt idx="1721">
                  <c:v>0.8155694</c:v>
                </c:pt>
                <c:pt idx="1722">
                  <c:v>0.81554538</c:v>
                </c:pt>
                <c:pt idx="1723">
                  <c:v>0.81552684</c:v>
                </c:pt>
                <c:pt idx="1724">
                  <c:v>0.81551301</c:v>
                </c:pt>
                <c:pt idx="1725">
                  <c:v>0.81550097</c:v>
                </c:pt>
                <c:pt idx="1726">
                  <c:v>0.81548846</c:v>
                </c:pt>
                <c:pt idx="1727">
                  <c:v>0.81547391</c:v>
                </c:pt>
                <c:pt idx="1728">
                  <c:v>0.81545705</c:v>
                </c:pt>
                <c:pt idx="1729">
                  <c:v>0.81543696</c:v>
                </c:pt>
                <c:pt idx="1730">
                  <c:v>0.81541616</c:v>
                </c:pt>
                <c:pt idx="1731">
                  <c:v>0.81539404</c:v>
                </c:pt>
                <c:pt idx="1732">
                  <c:v>0.81537277</c:v>
                </c:pt>
                <c:pt idx="1733">
                  <c:v>0.81535321</c:v>
                </c:pt>
                <c:pt idx="1734">
                  <c:v>0.8153348</c:v>
                </c:pt>
                <c:pt idx="1735">
                  <c:v>0.81531852</c:v>
                </c:pt>
                <c:pt idx="1736">
                  <c:v>0.81530309</c:v>
                </c:pt>
                <c:pt idx="1737">
                  <c:v>0.81528801</c:v>
                </c:pt>
                <c:pt idx="1738">
                  <c:v>0.81527251</c:v>
                </c:pt>
                <c:pt idx="1739">
                  <c:v>0.81525725</c:v>
                </c:pt>
                <c:pt idx="1740">
                  <c:v>0.81524104</c:v>
                </c:pt>
                <c:pt idx="1741">
                  <c:v>0.81522453</c:v>
                </c:pt>
                <c:pt idx="1742">
                  <c:v>0.81520683</c:v>
                </c:pt>
                <c:pt idx="1743">
                  <c:v>0.81518894</c:v>
                </c:pt>
                <c:pt idx="1744">
                  <c:v>0.81517071</c:v>
                </c:pt>
                <c:pt idx="1745">
                  <c:v>0.8151527</c:v>
                </c:pt>
                <c:pt idx="1746">
                  <c:v>0.81513441</c:v>
                </c:pt>
                <c:pt idx="1747">
                  <c:v>0.81511641</c:v>
                </c:pt>
                <c:pt idx="1748">
                  <c:v>0.81509918</c:v>
                </c:pt>
                <c:pt idx="1749">
                  <c:v>0.81508231</c:v>
                </c:pt>
                <c:pt idx="1750">
                  <c:v>0.81506556</c:v>
                </c:pt>
                <c:pt idx="1751">
                  <c:v>0.81504899</c:v>
                </c:pt>
                <c:pt idx="1752">
                  <c:v>0.81503236</c:v>
                </c:pt>
                <c:pt idx="1753">
                  <c:v>0.81501591</c:v>
                </c:pt>
                <c:pt idx="1754">
                  <c:v>0.81500006</c:v>
                </c:pt>
                <c:pt idx="1755">
                  <c:v>0.8149842</c:v>
                </c:pt>
                <c:pt idx="1756">
                  <c:v>0.81496871</c:v>
                </c:pt>
                <c:pt idx="1757">
                  <c:v>0.81495363</c:v>
                </c:pt>
                <c:pt idx="1758">
                  <c:v>0.81493932</c:v>
                </c:pt>
                <c:pt idx="1759">
                  <c:v>0.81492519</c:v>
                </c:pt>
                <c:pt idx="1760">
                  <c:v>0.81491107</c:v>
                </c:pt>
                <c:pt idx="1761">
                  <c:v>0.81489694</c:v>
                </c:pt>
                <c:pt idx="1762">
                  <c:v>0.81488299</c:v>
                </c:pt>
                <c:pt idx="1763">
                  <c:v>0.81486928</c:v>
                </c:pt>
                <c:pt idx="1764">
                  <c:v>0.81485486</c:v>
                </c:pt>
                <c:pt idx="1765">
                  <c:v>0.81483996</c:v>
                </c:pt>
                <c:pt idx="1766">
                  <c:v>0.81482404</c:v>
                </c:pt>
                <c:pt idx="1767">
                  <c:v>0.81480742</c:v>
                </c:pt>
                <c:pt idx="1768">
                  <c:v>0.81478888</c:v>
                </c:pt>
                <c:pt idx="1769">
                  <c:v>0.81477004</c:v>
                </c:pt>
                <c:pt idx="1770">
                  <c:v>0.81475055</c:v>
                </c:pt>
                <c:pt idx="1771">
                  <c:v>0.81473082</c:v>
                </c:pt>
                <c:pt idx="1772">
                  <c:v>0.81471205</c:v>
                </c:pt>
                <c:pt idx="1773">
                  <c:v>0.81469363</c:v>
                </c:pt>
                <c:pt idx="1774">
                  <c:v>0.81467617</c:v>
                </c:pt>
                <c:pt idx="1775">
                  <c:v>0.81465936</c:v>
                </c:pt>
                <c:pt idx="1776">
                  <c:v>0.81464309</c:v>
                </c:pt>
                <c:pt idx="1777">
                  <c:v>0.81462729</c:v>
                </c:pt>
                <c:pt idx="1778">
                  <c:v>0.81461191</c:v>
                </c:pt>
                <c:pt idx="1779">
                  <c:v>0.81459618</c:v>
                </c:pt>
                <c:pt idx="1780">
                  <c:v>0.81458163</c:v>
                </c:pt>
                <c:pt idx="1781">
                  <c:v>0.81456739</c:v>
                </c:pt>
                <c:pt idx="1782">
                  <c:v>0.81455326</c:v>
                </c:pt>
                <c:pt idx="1783">
                  <c:v>0.81453985</c:v>
                </c:pt>
                <c:pt idx="1784">
                  <c:v>0.81452686</c:v>
                </c:pt>
                <c:pt idx="1785">
                  <c:v>0.8145144</c:v>
                </c:pt>
                <c:pt idx="1786">
                  <c:v>0.81450295</c:v>
                </c:pt>
                <c:pt idx="1787">
                  <c:v>0.81449181</c:v>
                </c:pt>
                <c:pt idx="1788">
                  <c:v>0.81448013</c:v>
                </c:pt>
                <c:pt idx="1789">
                  <c:v>0.81446815</c:v>
                </c:pt>
                <c:pt idx="1790">
                  <c:v>0.81445587</c:v>
                </c:pt>
                <c:pt idx="1791">
                  <c:v>0.81444132</c:v>
                </c:pt>
                <c:pt idx="1792">
                  <c:v>0.81442416</c:v>
                </c:pt>
                <c:pt idx="1793">
                  <c:v>0.81440449</c:v>
                </c:pt>
                <c:pt idx="1794">
                  <c:v>0.81438285</c:v>
                </c:pt>
                <c:pt idx="1795">
                  <c:v>0.81436056</c:v>
                </c:pt>
                <c:pt idx="1796">
                  <c:v>0.81433827</c:v>
                </c:pt>
                <c:pt idx="1797">
                  <c:v>0.81431746</c:v>
                </c:pt>
                <c:pt idx="1798">
                  <c:v>0.81429905</c:v>
                </c:pt>
                <c:pt idx="1799">
                  <c:v>0.81428188</c:v>
                </c:pt>
                <c:pt idx="1800">
                  <c:v>0.8142668</c:v>
                </c:pt>
                <c:pt idx="1801">
                  <c:v>0.81425279</c:v>
                </c:pt>
                <c:pt idx="1802">
                  <c:v>0.81423968</c:v>
                </c:pt>
                <c:pt idx="1803">
                  <c:v>0.81422716</c:v>
                </c:pt>
                <c:pt idx="1804">
                  <c:v>0.81421578</c:v>
                </c:pt>
                <c:pt idx="1805">
                  <c:v>0.81420428</c:v>
                </c:pt>
                <c:pt idx="1806">
                  <c:v>0.8141939</c:v>
                </c:pt>
                <c:pt idx="1807">
                  <c:v>0.81418252</c:v>
                </c:pt>
                <c:pt idx="1808">
                  <c:v>0.81417</c:v>
                </c:pt>
                <c:pt idx="1809">
                  <c:v>0.81415641</c:v>
                </c:pt>
                <c:pt idx="1810">
                  <c:v>0.81414181</c:v>
                </c:pt>
                <c:pt idx="1811">
                  <c:v>0.81412524</c:v>
                </c:pt>
                <c:pt idx="1812">
                  <c:v>0.8141073</c:v>
                </c:pt>
                <c:pt idx="1813">
                  <c:v>0.81408757</c:v>
                </c:pt>
                <c:pt idx="1814">
                  <c:v>0.81406772</c:v>
                </c:pt>
                <c:pt idx="1815">
                  <c:v>0.81404811</c:v>
                </c:pt>
                <c:pt idx="1816">
                  <c:v>0.81402868</c:v>
                </c:pt>
                <c:pt idx="1817">
                  <c:v>0.81401104</c:v>
                </c:pt>
                <c:pt idx="1818">
                  <c:v>0.81399435</c:v>
                </c:pt>
                <c:pt idx="1819">
                  <c:v>0.81397873</c:v>
                </c:pt>
                <c:pt idx="1820">
                  <c:v>0.81396347</c:v>
                </c:pt>
                <c:pt idx="1821">
                  <c:v>0.81395</c:v>
                </c:pt>
                <c:pt idx="1822">
                  <c:v>0.8139357</c:v>
                </c:pt>
                <c:pt idx="1823">
                  <c:v>0.81392252</c:v>
                </c:pt>
                <c:pt idx="1824">
                  <c:v>0.81391001</c:v>
                </c:pt>
                <c:pt idx="1825">
                  <c:v>0.81389785</c:v>
                </c:pt>
                <c:pt idx="1826">
                  <c:v>0.81388599</c:v>
                </c:pt>
                <c:pt idx="1827">
                  <c:v>0.81387407</c:v>
                </c:pt>
                <c:pt idx="1828">
                  <c:v>0.81386203</c:v>
                </c:pt>
                <c:pt idx="1829">
                  <c:v>0.81384927</c:v>
                </c:pt>
                <c:pt idx="1830">
                  <c:v>0.8138355</c:v>
                </c:pt>
                <c:pt idx="1831">
                  <c:v>0.81382078</c:v>
                </c:pt>
                <c:pt idx="1832">
                  <c:v>0.81380475</c:v>
                </c:pt>
                <c:pt idx="1833">
                  <c:v>0.81378752</c:v>
                </c:pt>
                <c:pt idx="1834">
                  <c:v>0.81376934</c:v>
                </c:pt>
                <c:pt idx="1835">
                  <c:v>0.81375045</c:v>
                </c:pt>
                <c:pt idx="1836">
                  <c:v>0.81373137</c:v>
                </c:pt>
                <c:pt idx="1837">
                  <c:v>0.81371361</c:v>
                </c:pt>
                <c:pt idx="1838">
                  <c:v>0.81369644</c:v>
                </c:pt>
                <c:pt idx="1839">
                  <c:v>0.81368017</c:v>
                </c:pt>
                <c:pt idx="1840">
                  <c:v>0.81366503</c:v>
                </c:pt>
                <c:pt idx="1841">
                  <c:v>0.81365025</c:v>
                </c:pt>
                <c:pt idx="1842">
                  <c:v>0.81363589</c:v>
                </c:pt>
                <c:pt idx="1843">
                  <c:v>0.81362152</c:v>
                </c:pt>
                <c:pt idx="1844">
                  <c:v>0.81360787</c:v>
                </c:pt>
                <c:pt idx="1845">
                  <c:v>0.81359452</c:v>
                </c:pt>
                <c:pt idx="1846">
                  <c:v>0.81358153</c:v>
                </c:pt>
                <c:pt idx="1847">
                  <c:v>0.81356901</c:v>
                </c:pt>
                <c:pt idx="1848">
                  <c:v>0.81355739</c:v>
                </c:pt>
                <c:pt idx="1849">
                  <c:v>0.81354678</c:v>
                </c:pt>
                <c:pt idx="1850">
                  <c:v>0.81353664</c:v>
                </c:pt>
                <c:pt idx="1851">
                  <c:v>0.81352758</c:v>
                </c:pt>
                <c:pt idx="1852">
                  <c:v>0.81351817</c:v>
                </c:pt>
                <c:pt idx="1853">
                  <c:v>0.81350911</c:v>
                </c:pt>
                <c:pt idx="1854">
                  <c:v>0.81349927</c:v>
                </c:pt>
                <c:pt idx="1855">
                  <c:v>0.81348825</c:v>
                </c:pt>
                <c:pt idx="1856">
                  <c:v>0.81347489</c:v>
                </c:pt>
                <c:pt idx="1857">
                  <c:v>0.81345844</c:v>
                </c:pt>
                <c:pt idx="1858">
                  <c:v>0.81343979</c:v>
                </c:pt>
                <c:pt idx="1859">
                  <c:v>0.8134197</c:v>
                </c:pt>
                <c:pt idx="1860">
                  <c:v>0.8133983</c:v>
                </c:pt>
                <c:pt idx="1861">
                  <c:v>0.81337839</c:v>
                </c:pt>
                <c:pt idx="1862">
                  <c:v>0.8133592</c:v>
                </c:pt>
                <c:pt idx="1863">
                  <c:v>0.81334144</c:v>
                </c:pt>
                <c:pt idx="1864">
                  <c:v>0.81332552</c:v>
                </c:pt>
                <c:pt idx="1865">
                  <c:v>0.8133108</c:v>
                </c:pt>
                <c:pt idx="1866">
                  <c:v>0.81329733</c:v>
                </c:pt>
                <c:pt idx="1867">
                  <c:v>0.81328529</c:v>
                </c:pt>
                <c:pt idx="1868">
                  <c:v>0.81327385</c:v>
                </c:pt>
                <c:pt idx="1869">
                  <c:v>0.81326354</c:v>
                </c:pt>
                <c:pt idx="1870">
                  <c:v>0.81325406</c:v>
                </c:pt>
                <c:pt idx="1871">
                  <c:v>0.81324482</c:v>
                </c:pt>
                <c:pt idx="1872">
                  <c:v>0.8132357</c:v>
                </c:pt>
                <c:pt idx="1873">
                  <c:v>0.8132261</c:v>
                </c:pt>
                <c:pt idx="1874">
                  <c:v>0.8132152</c:v>
                </c:pt>
                <c:pt idx="1875">
                  <c:v>0.8132025</c:v>
                </c:pt>
                <c:pt idx="1876">
                  <c:v>0.81318802</c:v>
                </c:pt>
                <c:pt idx="1877">
                  <c:v>0.81317055</c:v>
                </c:pt>
                <c:pt idx="1878">
                  <c:v>0.81315196</c:v>
                </c:pt>
                <c:pt idx="1879">
                  <c:v>0.81313241</c:v>
                </c:pt>
                <c:pt idx="1880">
                  <c:v>0.81311285</c:v>
                </c:pt>
                <c:pt idx="1881">
                  <c:v>0.81309456</c:v>
                </c:pt>
                <c:pt idx="1882">
                  <c:v>0.81307775</c:v>
                </c:pt>
                <c:pt idx="1883">
                  <c:v>0.81306261</c:v>
                </c:pt>
                <c:pt idx="1884">
                  <c:v>0.81304854</c:v>
                </c:pt>
                <c:pt idx="1885">
                  <c:v>0.81303596</c:v>
                </c:pt>
                <c:pt idx="1886">
                  <c:v>0.81302422</c:v>
                </c:pt>
                <c:pt idx="1887">
                  <c:v>0.81301272</c:v>
                </c:pt>
                <c:pt idx="1888">
                  <c:v>0.81300187</c:v>
                </c:pt>
                <c:pt idx="1889">
                  <c:v>0.81299102</c:v>
                </c:pt>
                <c:pt idx="1890">
                  <c:v>0.81298029</c:v>
                </c:pt>
                <c:pt idx="1891">
                  <c:v>0.81296933</c:v>
                </c:pt>
                <c:pt idx="1892">
                  <c:v>0.81295776</c:v>
                </c:pt>
                <c:pt idx="1893">
                  <c:v>0.81294543</c:v>
                </c:pt>
                <c:pt idx="1894">
                  <c:v>0.81293249</c:v>
                </c:pt>
                <c:pt idx="1895">
                  <c:v>0.81291813</c:v>
                </c:pt>
                <c:pt idx="1896">
                  <c:v>0.81290281</c:v>
                </c:pt>
                <c:pt idx="1897">
                  <c:v>0.81288683</c:v>
                </c:pt>
                <c:pt idx="1898">
                  <c:v>0.8128705</c:v>
                </c:pt>
                <c:pt idx="1899">
                  <c:v>0.81285375</c:v>
                </c:pt>
                <c:pt idx="1900">
                  <c:v>0.8128379</c:v>
                </c:pt>
                <c:pt idx="1901">
                  <c:v>0.8128224</c:v>
                </c:pt>
                <c:pt idx="1902">
                  <c:v>0.81280756</c:v>
                </c:pt>
                <c:pt idx="1903">
                  <c:v>0.81279361</c:v>
                </c:pt>
                <c:pt idx="1904">
                  <c:v>0.81277984</c:v>
                </c:pt>
                <c:pt idx="1905">
                  <c:v>0.81276703</c:v>
                </c:pt>
                <c:pt idx="1906">
                  <c:v>0.81275487</c:v>
                </c:pt>
                <c:pt idx="1907">
                  <c:v>0.81274194</c:v>
                </c:pt>
                <c:pt idx="1908">
                  <c:v>0.8127293</c:v>
                </c:pt>
                <c:pt idx="1909">
                  <c:v>0.81271732</c:v>
                </c:pt>
                <c:pt idx="1910">
                  <c:v>0.81270492</c:v>
                </c:pt>
                <c:pt idx="1911">
                  <c:v>0.81269324</c:v>
                </c:pt>
                <c:pt idx="1912">
                  <c:v>0.81268227</c:v>
                </c:pt>
                <c:pt idx="1913">
                  <c:v>0.8126716</c:v>
                </c:pt>
                <c:pt idx="1914">
                  <c:v>0.81266123</c:v>
                </c:pt>
                <c:pt idx="1915">
                  <c:v>0.81265193</c:v>
                </c:pt>
                <c:pt idx="1916">
                  <c:v>0.81264341</c:v>
                </c:pt>
                <c:pt idx="1917">
                  <c:v>0.81263417</c:v>
                </c:pt>
                <c:pt idx="1918">
                  <c:v>0.81262618</c:v>
                </c:pt>
                <c:pt idx="1919">
                  <c:v>0.81261778</c:v>
                </c:pt>
                <c:pt idx="1920">
                  <c:v>0.81260884</c:v>
                </c:pt>
                <c:pt idx="1921">
                  <c:v>0.81259847</c:v>
                </c:pt>
                <c:pt idx="1922">
                  <c:v>0.81258601</c:v>
                </c:pt>
                <c:pt idx="1923">
                  <c:v>0.81257004</c:v>
                </c:pt>
                <c:pt idx="1924">
                  <c:v>0.81255341</c:v>
                </c:pt>
                <c:pt idx="1925">
                  <c:v>0.81253392</c:v>
                </c:pt>
                <c:pt idx="1926">
                  <c:v>0.81251413</c:v>
                </c:pt>
                <c:pt idx="1927">
                  <c:v>0.81249547</c:v>
                </c:pt>
                <c:pt idx="1928">
                  <c:v>0.81247813</c:v>
                </c:pt>
                <c:pt idx="1929">
                  <c:v>0.81246316</c:v>
                </c:pt>
                <c:pt idx="1930">
                  <c:v>0.81245029</c:v>
                </c:pt>
                <c:pt idx="1931">
                  <c:v>0.81243873</c:v>
                </c:pt>
                <c:pt idx="1932">
                  <c:v>0.81242853</c:v>
                </c:pt>
                <c:pt idx="1933">
                  <c:v>0.81241912</c:v>
                </c:pt>
                <c:pt idx="1934">
                  <c:v>0.81241047</c:v>
                </c:pt>
                <c:pt idx="1935">
                  <c:v>0.81240183</c:v>
                </c:pt>
                <c:pt idx="1936">
                  <c:v>0.81239331</c:v>
                </c:pt>
                <c:pt idx="1937">
                  <c:v>0.81238449</c:v>
                </c:pt>
                <c:pt idx="1938">
                  <c:v>0.81237495</c:v>
                </c:pt>
                <c:pt idx="1939">
                  <c:v>0.81236458</c:v>
                </c:pt>
                <c:pt idx="1940">
                  <c:v>0.81235272</c:v>
                </c:pt>
                <c:pt idx="1941">
                  <c:v>0.81233883</c:v>
                </c:pt>
                <c:pt idx="1942">
                  <c:v>0.81232399</c:v>
                </c:pt>
                <c:pt idx="1943">
                  <c:v>0.81230766</c:v>
                </c:pt>
                <c:pt idx="1944">
                  <c:v>0.81229109</c:v>
                </c:pt>
                <c:pt idx="1945">
                  <c:v>0.81227404</c:v>
                </c:pt>
                <c:pt idx="1946">
                  <c:v>0.81225806</c:v>
                </c:pt>
                <c:pt idx="1947">
                  <c:v>0.81224382</c:v>
                </c:pt>
                <c:pt idx="1948">
                  <c:v>0.81223112</c:v>
                </c:pt>
                <c:pt idx="1949">
                  <c:v>0.81221873</c:v>
                </c:pt>
                <c:pt idx="1950">
                  <c:v>0.81220734</c:v>
                </c:pt>
                <c:pt idx="1951">
                  <c:v>0.81219649</c:v>
                </c:pt>
                <c:pt idx="1952">
                  <c:v>0.81218541</c:v>
                </c:pt>
                <c:pt idx="1953">
                  <c:v>0.81217515</c:v>
                </c:pt>
                <c:pt idx="1954">
                  <c:v>0.81216466</c:v>
                </c:pt>
                <c:pt idx="1955">
                  <c:v>0.81215453</c:v>
                </c:pt>
                <c:pt idx="1956">
                  <c:v>0.81214404</c:v>
                </c:pt>
                <c:pt idx="1957">
                  <c:v>0.81213343</c:v>
                </c:pt>
                <c:pt idx="1958">
                  <c:v>0.81212354</c:v>
                </c:pt>
                <c:pt idx="1959">
                  <c:v>0.81211275</c:v>
                </c:pt>
                <c:pt idx="1960">
                  <c:v>0.81210214</c:v>
                </c:pt>
                <c:pt idx="1961">
                  <c:v>0.81209087</c:v>
                </c:pt>
                <c:pt idx="1962">
                  <c:v>0.81207907</c:v>
                </c:pt>
                <c:pt idx="1963">
                  <c:v>0.81206673</c:v>
                </c:pt>
                <c:pt idx="1964">
                  <c:v>0.8120538</c:v>
                </c:pt>
                <c:pt idx="1965">
                  <c:v>0.81204051</c:v>
                </c:pt>
                <c:pt idx="1966">
                  <c:v>0.81202596</c:v>
                </c:pt>
                <c:pt idx="1967">
                  <c:v>0.81201178</c:v>
                </c:pt>
                <c:pt idx="1968">
                  <c:v>0.81199777</c:v>
                </c:pt>
                <c:pt idx="1969">
                  <c:v>0.81198448</c:v>
                </c:pt>
                <c:pt idx="1970">
                  <c:v>0.81197143</c:v>
                </c:pt>
                <c:pt idx="1971">
                  <c:v>0.81195855</c:v>
                </c:pt>
                <c:pt idx="1972">
                  <c:v>0.81194663</c:v>
                </c:pt>
                <c:pt idx="1973">
                  <c:v>0.81193483</c:v>
                </c:pt>
                <c:pt idx="1974">
                  <c:v>0.81192303</c:v>
                </c:pt>
                <c:pt idx="1975">
                  <c:v>0.81191069</c:v>
                </c:pt>
                <c:pt idx="1976">
                  <c:v>0.81189942</c:v>
                </c:pt>
                <c:pt idx="1977">
                  <c:v>0.81188738</c:v>
                </c:pt>
                <c:pt idx="1978">
                  <c:v>0.8118757</c:v>
                </c:pt>
                <c:pt idx="1979">
                  <c:v>0.8118639</c:v>
                </c:pt>
                <c:pt idx="1980">
                  <c:v>0.81185216</c:v>
                </c:pt>
                <c:pt idx="1981">
                  <c:v>0.81184053</c:v>
                </c:pt>
                <c:pt idx="1982">
                  <c:v>0.81182927</c:v>
                </c:pt>
                <c:pt idx="1983">
                  <c:v>0.81181771</c:v>
                </c:pt>
                <c:pt idx="1984">
                  <c:v>0.81180608</c:v>
                </c:pt>
                <c:pt idx="1985">
                  <c:v>0.81179494</c:v>
                </c:pt>
                <c:pt idx="1986">
                  <c:v>0.81178355</c:v>
                </c:pt>
                <c:pt idx="1987">
                  <c:v>0.81177235</c:v>
                </c:pt>
                <c:pt idx="1988">
                  <c:v>0.81176138</c:v>
                </c:pt>
                <c:pt idx="1989">
                  <c:v>0.81175071</c:v>
                </c:pt>
                <c:pt idx="1990">
                  <c:v>0.81174117</c:v>
                </c:pt>
                <c:pt idx="1991">
                  <c:v>0.81173182</c:v>
                </c:pt>
                <c:pt idx="1992">
                  <c:v>0.81172335</c:v>
                </c:pt>
                <c:pt idx="1993">
                  <c:v>0.81171632</c:v>
                </c:pt>
                <c:pt idx="1994">
                  <c:v>0.81170994</c:v>
                </c:pt>
                <c:pt idx="1995">
                  <c:v>0.81170511</c:v>
                </c:pt>
                <c:pt idx="1996">
                  <c:v>0.81170154</c:v>
                </c:pt>
                <c:pt idx="1997">
                  <c:v>0.81169963</c:v>
                </c:pt>
                <c:pt idx="1998">
                  <c:v>0.81169707</c:v>
                </c:pt>
                <c:pt idx="1999">
                  <c:v>0.81169409</c:v>
                </c:pt>
                <c:pt idx="2000">
                  <c:v>0.81168729</c:v>
                </c:pt>
                <c:pt idx="2001">
                  <c:v>0.81167608</c:v>
                </c:pt>
                <c:pt idx="2002">
                  <c:v>0.81165886</c:v>
                </c:pt>
                <c:pt idx="2003">
                  <c:v>0.81163627</c:v>
                </c:pt>
                <c:pt idx="2004">
                  <c:v>0.81160998</c:v>
                </c:pt>
                <c:pt idx="2005">
                  <c:v>0.81158376</c:v>
                </c:pt>
                <c:pt idx="2006">
                  <c:v>0.81156194</c:v>
                </c:pt>
                <c:pt idx="2007">
                  <c:v>0.81154644</c:v>
                </c:pt>
                <c:pt idx="2008">
                  <c:v>0.81153649</c:v>
                </c:pt>
                <c:pt idx="2009">
                  <c:v>0.81153119</c:v>
                </c:pt>
                <c:pt idx="2010">
                  <c:v>0.81152815</c:v>
                </c:pt>
                <c:pt idx="2011">
                  <c:v>0.81152457</c:v>
                </c:pt>
                <c:pt idx="2012">
                  <c:v>0.8115201</c:v>
                </c:pt>
                <c:pt idx="2013">
                  <c:v>0.81151211</c:v>
                </c:pt>
                <c:pt idx="2014">
                  <c:v>0.81150085</c:v>
                </c:pt>
                <c:pt idx="2015">
                  <c:v>0.81148511</c:v>
                </c:pt>
                <c:pt idx="2016">
                  <c:v>0.81146753</c:v>
                </c:pt>
                <c:pt idx="2017">
                  <c:v>0.81144905</c:v>
                </c:pt>
                <c:pt idx="2018">
                  <c:v>0.81143129</c:v>
                </c:pt>
                <c:pt idx="2019">
                  <c:v>0.81141669</c:v>
                </c:pt>
                <c:pt idx="2020">
                  <c:v>0.81140494</c:v>
                </c:pt>
                <c:pt idx="2021">
                  <c:v>0.81139547</c:v>
                </c:pt>
                <c:pt idx="2022">
                  <c:v>0.81138694</c:v>
                </c:pt>
                <c:pt idx="2023">
                  <c:v>0.81137931</c:v>
                </c:pt>
                <c:pt idx="2024">
                  <c:v>0.8113724</c:v>
                </c:pt>
                <c:pt idx="2025">
                  <c:v>0.81136495</c:v>
                </c:pt>
                <c:pt idx="2026">
                  <c:v>0.81135589</c:v>
                </c:pt>
                <c:pt idx="2027">
                  <c:v>0.81134593</c:v>
                </c:pt>
                <c:pt idx="2028">
                  <c:v>0.81133419</c:v>
                </c:pt>
                <c:pt idx="2029">
                  <c:v>0.81132126</c:v>
                </c:pt>
                <c:pt idx="2030">
                  <c:v>0.81130725</c:v>
                </c:pt>
                <c:pt idx="2031">
                  <c:v>0.81129295</c:v>
                </c:pt>
                <c:pt idx="2032">
                  <c:v>0.81127971</c:v>
                </c:pt>
                <c:pt idx="2033">
                  <c:v>0.81126714</c:v>
                </c:pt>
                <c:pt idx="2034">
                  <c:v>0.81125581</c:v>
                </c:pt>
                <c:pt idx="2035">
                  <c:v>0.81124538</c:v>
                </c:pt>
                <c:pt idx="2036">
                  <c:v>0.81123555</c:v>
                </c:pt>
                <c:pt idx="2037">
                  <c:v>0.81122619</c:v>
                </c:pt>
                <c:pt idx="2038">
                  <c:v>0.81121731</c:v>
                </c:pt>
                <c:pt idx="2039">
                  <c:v>0.8112089</c:v>
                </c:pt>
                <c:pt idx="2040">
                  <c:v>0.81120032</c:v>
                </c:pt>
                <c:pt idx="2041">
                  <c:v>0.81119221</c:v>
                </c:pt>
                <c:pt idx="2042">
                  <c:v>0.81118345</c:v>
                </c:pt>
                <c:pt idx="2043">
                  <c:v>0.81117404</c:v>
                </c:pt>
                <c:pt idx="2044">
                  <c:v>0.81116426</c:v>
                </c:pt>
                <c:pt idx="2045">
                  <c:v>0.81115323</c:v>
                </c:pt>
                <c:pt idx="2046">
                  <c:v>0.81114227</c:v>
                </c:pt>
                <c:pt idx="2047">
                  <c:v>0.81112975</c:v>
                </c:pt>
                <c:pt idx="2048">
                  <c:v>0.81111687</c:v>
                </c:pt>
                <c:pt idx="2049">
                  <c:v>0.81110471</c:v>
                </c:pt>
                <c:pt idx="2050">
                  <c:v>0.81109208</c:v>
                </c:pt>
                <c:pt idx="2051">
                  <c:v>0.81107974</c:v>
                </c:pt>
                <c:pt idx="2052">
                  <c:v>0.81106824</c:v>
                </c:pt>
                <c:pt idx="2053">
                  <c:v>0.81105751</c:v>
                </c:pt>
                <c:pt idx="2054">
                  <c:v>0.81104684</c:v>
                </c:pt>
                <c:pt idx="2055">
                  <c:v>0.81103635</c:v>
                </c:pt>
                <c:pt idx="2056">
                  <c:v>0.81102598</c:v>
                </c:pt>
                <c:pt idx="2057">
                  <c:v>0.81101602</c:v>
                </c:pt>
                <c:pt idx="2058">
                  <c:v>0.81100637</c:v>
                </c:pt>
                <c:pt idx="2059">
                  <c:v>0.81099689</c:v>
                </c:pt>
                <c:pt idx="2060">
                  <c:v>0.81098777</c:v>
                </c:pt>
                <c:pt idx="2061">
                  <c:v>0.81097925</c:v>
                </c:pt>
                <c:pt idx="2062">
                  <c:v>0.81097078</c:v>
                </c:pt>
                <c:pt idx="2063">
                  <c:v>0.81096339</c:v>
                </c:pt>
                <c:pt idx="2064">
                  <c:v>0.81095582</c:v>
                </c:pt>
                <c:pt idx="2065">
                  <c:v>0.81094867</c:v>
                </c:pt>
                <c:pt idx="2066">
                  <c:v>0.81094038</c:v>
                </c:pt>
                <c:pt idx="2067">
                  <c:v>0.81093109</c:v>
                </c:pt>
                <c:pt idx="2068">
                  <c:v>0.81092042</c:v>
                </c:pt>
                <c:pt idx="2069">
                  <c:v>0.81090897</c:v>
                </c:pt>
                <c:pt idx="2070">
                  <c:v>0.81089652</c:v>
                </c:pt>
                <c:pt idx="2071">
                  <c:v>0.81088442</c:v>
                </c:pt>
                <c:pt idx="2072">
                  <c:v>0.81087238</c:v>
                </c:pt>
                <c:pt idx="2073">
                  <c:v>0.81086159</c:v>
                </c:pt>
                <c:pt idx="2074">
                  <c:v>0.8108511</c:v>
                </c:pt>
                <c:pt idx="2075">
                  <c:v>0.81084126</c:v>
                </c:pt>
                <c:pt idx="2076">
                  <c:v>0.81083131</c:v>
                </c:pt>
                <c:pt idx="2077">
                  <c:v>0.81082135</c:v>
                </c:pt>
                <c:pt idx="2078">
                  <c:v>0.81081116</c:v>
                </c:pt>
                <c:pt idx="2079">
                  <c:v>0.81080085</c:v>
                </c:pt>
                <c:pt idx="2080">
                  <c:v>0.81078988</c:v>
                </c:pt>
                <c:pt idx="2081">
                  <c:v>0.81077856</c:v>
                </c:pt>
                <c:pt idx="2082">
                  <c:v>0.81076711</c:v>
                </c:pt>
                <c:pt idx="2083">
                  <c:v>0.81075579</c:v>
                </c:pt>
                <c:pt idx="2084">
                  <c:v>0.810745</c:v>
                </c:pt>
                <c:pt idx="2085">
                  <c:v>0.81073433</c:v>
                </c:pt>
                <c:pt idx="2086">
                  <c:v>0.8107245</c:v>
                </c:pt>
                <c:pt idx="2087">
                  <c:v>0.81071532</c:v>
                </c:pt>
                <c:pt idx="2088">
                  <c:v>0.81070697</c:v>
                </c:pt>
                <c:pt idx="2089">
                  <c:v>0.81069916</c:v>
                </c:pt>
                <c:pt idx="2090">
                  <c:v>0.81069189</c:v>
                </c:pt>
                <c:pt idx="2091">
                  <c:v>0.81068581</c:v>
                </c:pt>
                <c:pt idx="2092">
                  <c:v>0.81067985</c:v>
                </c:pt>
                <c:pt idx="2093">
                  <c:v>0.81067395</c:v>
                </c:pt>
                <c:pt idx="2094">
                  <c:v>0.81066817</c:v>
                </c:pt>
                <c:pt idx="2095">
                  <c:v>0.81066215</c:v>
                </c:pt>
                <c:pt idx="2096">
                  <c:v>0.81065524</c:v>
                </c:pt>
                <c:pt idx="2097">
                  <c:v>0.81064749</c:v>
                </c:pt>
                <c:pt idx="2098">
                  <c:v>0.81063879</c:v>
                </c:pt>
                <c:pt idx="2099">
                  <c:v>0.81062794</c:v>
                </c:pt>
                <c:pt idx="2100">
                  <c:v>0.81061471</c:v>
                </c:pt>
                <c:pt idx="2101">
                  <c:v>0.81059945</c:v>
                </c:pt>
                <c:pt idx="2102">
                  <c:v>0.81058317</c:v>
                </c:pt>
                <c:pt idx="2103">
                  <c:v>0.81056654</c:v>
                </c:pt>
                <c:pt idx="2104">
                  <c:v>0.81055123</c:v>
                </c:pt>
                <c:pt idx="2105">
                  <c:v>0.81053764</c:v>
                </c:pt>
                <c:pt idx="2106">
                  <c:v>0.81052649</c:v>
                </c:pt>
                <c:pt idx="2107">
                  <c:v>0.81051719</c:v>
                </c:pt>
                <c:pt idx="2108">
                  <c:v>0.81050926</c:v>
                </c:pt>
                <c:pt idx="2109">
                  <c:v>0.81050307</c:v>
                </c:pt>
                <c:pt idx="2110">
                  <c:v>0.81049711</c:v>
                </c:pt>
                <c:pt idx="2111">
                  <c:v>0.81049216</c:v>
                </c:pt>
                <c:pt idx="2112">
                  <c:v>0.81048679</c:v>
                </c:pt>
                <c:pt idx="2113">
                  <c:v>0.81048119</c:v>
                </c:pt>
                <c:pt idx="2114">
                  <c:v>0.81047428</c:v>
                </c:pt>
                <c:pt idx="2115">
                  <c:v>0.81046593</c:v>
                </c:pt>
                <c:pt idx="2116">
                  <c:v>0.81045544</c:v>
                </c:pt>
                <c:pt idx="2117">
                  <c:v>0.81044322</c:v>
                </c:pt>
                <c:pt idx="2118">
                  <c:v>0.81042975</c:v>
                </c:pt>
                <c:pt idx="2119">
                  <c:v>0.81041557</c:v>
                </c:pt>
                <c:pt idx="2120">
                  <c:v>0.81040132</c:v>
                </c:pt>
                <c:pt idx="2121">
                  <c:v>0.81038797</c:v>
                </c:pt>
                <c:pt idx="2122">
                  <c:v>0.81037527</c:v>
                </c:pt>
                <c:pt idx="2123">
                  <c:v>0.81036395</c:v>
                </c:pt>
                <c:pt idx="2124">
                  <c:v>0.81035399</c:v>
                </c:pt>
                <c:pt idx="2125">
                  <c:v>0.81034464</c:v>
                </c:pt>
                <c:pt idx="2126">
                  <c:v>0.81033605</c:v>
                </c:pt>
                <c:pt idx="2127">
                  <c:v>0.81032813</c:v>
                </c:pt>
                <c:pt idx="2128">
                  <c:v>0.8103205</c:v>
                </c:pt>
                <c:pt idx="2129">
                  <c:v>0.81031346</c:v>
                </c:pt>
                <c:pt idx="2130">
                  <c:v>0.81030661</c:v>
                </c:pt>
                <c:pt idx="2131">
                  <c:v>0.81029999</c:v>
                </c:pt>
                <c:pt idx="2132">
                  <c:v>0.81029308</c:v>
                </c:pt>
                <c:pt idx="2133">
                  <c:v>0.81028593</c:v>
                </c:pt>
                <c:pt idx="2134">
                  <c:v>0.81027806</c:v>
                </c:pt>
                <c:pt idx="2135">
                  <c:v>0.81026858</c:v>
                </c:pt>
                <c:pt idx="2136">
                  <c:v>0.81025851</c:v>
                </c:pt>
                <c:pt idx="2137">
                  <c:v>0.8102476</c:v>
                </c:pt>
                <c:pt idx="2138">
                  <c:v>0.81023592</c:v>
                </c:pt>
                <c:pt idx="2139">
                  <c:v>0.8102228</c:v>
                </c:pt>
                <c:pt idx="2140">
                  <c:v>0.81021005</c:v>
                </c:pt>
                <c:pt idx="2141">
                  <c:v>0.81019771</c:v>
                </c:pt>
                <c:pt idx="2142">
                  <c:v>0.81018573</c:v>
                </c:pt>
                <c:pt idx="2143">
                  <c:v>0.81017482</c:v>
                </c:pt>
                <c:pt idx="2144">
                  <c:v>0.81016541</c:v>
                </c:pt>
                <c:pt idx="2145">
                  <c:v>0.81015617</c:v>
                </c:pt>
                <c:pt idx="2146">
                  <c:v>0.81014746</c:v>
                </c:pt>
                <c:pt idx="2147">
                  <c:v>0.81013918</c:v>
                </c:pt>
                <c:pt idx="2148">
                  <c:v>0.81013149</c:v>
                </c:pt>
                <c:pt idx="2149">
                  <c:v>0.81012434</c:v>
                </c:pt>
                <c:pt idx="2150">
                  <c:v>0.81011784</c:v>
                </c:pt>
                <c:pt idx="2151">
                  <c:v>0.81011236</c:v>
                </c:pt>
                <c:pt idx="2152">
                  <c:v>0.81010646</c:v>
                </c:pt>
                <c:pt idx="2153">
                  <c:v>0.81010044</c:v>
                </c:pt>
                <c:pt idx="2154">
                  <c:v>0.81009406</c:v>
                </c:pt>
                <c:pt idx="2155">
                  <c:v>0.81008691</c:v>
                </c:pt>
                <c:pt idx="2156">
                  <c:v>0.81007898</c:v>
                </c:pt>
                <c:pt idx="2157">
                  <c:v>0.81006926</c:v>
                </c:pt>
                <c:pt idx="2158">
                  <c:v>0.81005812</c:v>
                </c:pt>
                <c:pt idx="2159">
                  <c:v>0.81004536</c:v>
                </c:pt>
                <c:pt idx="2160">
                  <c:v>0.81003147</c:v>
                </c:pt>
                <c:pt idx="2161">
                  <c:v>0.81001711</c:v>
                </c:pt>
                <c:pt idx="2162">
                  <c:v>0.81000376</c:v>
                </c:pt>
                <c:pt idx="2163">
                  <c:v>0.80999136</c:v>
                </c:pt>
                <c:pt idx="2164">
                  <c:v>0.80998075</c:v>
                </c:pt>
                <c:pt idx="2165">
                  <c:v>0.80997139</c:v>
                </c:pt>
                <c:pt idx="2166">
                  <c:v>0.80996269</c:v>
                </c:pt>
                <c:pt idx="2167">
                  <c:v>0.80995518</c:v>
                </c:pt>
                <c:pt idx="2168">
                  <c:v>0.80994809</c:v>
                </c:pt>
                <c:pt idx="2169">
                  <c:v>0.80994189</c:v>
                </c:pt>
                <c:pt idx="2170">
                  <c:v>0.80993551</c:v>
                </c:pt>
                <c:pt idx="2171">
                  <c:v>0.80993038</c:v>
                </c:pt>
                <c:pt idx="2172">
                  <c:v>0.80992478</c:v>
                </c:pt>
                <c:pt idx="2173">
                  <c:v>0.8099184</c:v>
                </c:pt>
                <c:pt idx="2174">
                  <c:v>0.80991155</c:v>
                </c:pt>
                <c:pt idx="2175">
                  <c:v>0.8099038</c:v>
                </c:pt>
                <c:pt idx="2176">
                  <c:v>0.80989462</c:v>
                </c:pt>
                <c:pt idx="2177">
                  <c:v>0.80988425</c:v>
                </c:pt>
                <c:pt idx="2178">
                  <c:v>0.80987293</c:v>
                </c:pt>
                <c:pt idx="2179">
                  <c:v>0.80986041</c:v>
                </c:pt>
                <c:pt idx="2180">
                  <c:v>0.80984831</c:v>
                </c:pt>
                <c:pt idx="2181">
                  <c:v>0.80983526</c:v>
                </c:pt>
                <c:pt idx="2182">
                  <c:v>0.80982339</c:v>
                </c:pt>
                <c:pt idx="2183">
                  <c:v>0.80981219</c:v>
                </c:pt>
                <c:pt idx="2184">
                  <c:v>0.80980217</c:v>
                </c:pt>
                <c:pt idx="2185">
                  <c:v>0.80979264</c:v>
                </c:pt>
                <c:pt idx="2186">
                  <c:v>0.80978316</c:v>
                </c:pt>
                <c:pt idx="2187">
                  <c:v>0.80977464</c:v>
                </c:pt>
                <c:pt idx="2188">
                  <c:v>0.80976617</c:v>
                </c:pt>
                <c:pt idx="2189">
                  <c:v>0.80975771</c:v>
                </c:pt>
                <c:pt idx="2190">
                  <c:v>0.80975008</c:v>
                </c:pt>
                <c:pt idx="2191">
                  <c:v>0.80974221</c:v>
                </c:pt>
                <c:pt idx="2192">
                  <c:v>0.80973458</c:v>
                </c:pt>
                <c:pt idx="2193">
                  <c:v>0.80972683</c:v>
                </c:pt>
                <c:pt idx="2194">
                  <c:v>0.8097201</c:v>
                </c:pt>
                <c:pt idx="2195">
                  <c:v>0.80971313</c:v>
                </c:pt>
                <c:pt idx="2196">
                  <c:v>0.80970633</c:v>
                </c:pt>
                <c:pt idx="2197">
                  <c:v>0.80969983</c:v>
                </c:pt>
                <c:pt idx="2198">
                  <c:v>0.80969393</c:v>
                </c:pt>
                <c:pt idx="2199">
                  <c:v>0.80968839</c:v>
                </c:pt>
                <c:pt idx="2200">
                  <c:v>0.80968261</c:v>
                </c:pt>
                <c:pt idx="2201">
                  <c:v>0.80967647</c:v>
                </c:pt>
                <c:pt idx="2202">
                  <c:v>0.80966926</c:v>
                </c:pt>
                <c:pt idx="2203">
                  <c:v>0.80966157</c:v>
                </c:pt>
                <c:pt idx="2204">
                  <c:v>0.80965155</c:v>
                </c:pt>
                <c:pt idx="2205">
                  <c:v>0.80963957</c:v>
                </c:pt>
                <c:pt idx="2206">
                  <c:v>0.80962628</c:v>
                </c:pt>
                <c:pt idx="2207">
                  <c:v>0.80961156</c:v>
                </c:pt>
                <c:pt idx="2208">
                  <c:v>0.80959696</c:v>
                </c:pt>
                <c:pt idx="2209">
                  <c:v>0.80958283</c:v>
                </c:pt>
                <c:pt idx="2210">
                  <c:v>0.80957097</c:v>
                </c:pt>
                <c:pt idx="2211">
                  <c:v>0.80956054</c:v>
                </c:pt>
                <c:pt idx="2212">
                  <c:v>0.80955213</c:v>
                </c:pt>
                <c:pt idx="2213">
                  <c:v>0.8095448</c:v>
                </c:pt>
                <c:pt idx="2214">
                  <c:v>0.80953848</c:v>
                </c:pt>
                <c:pt idx="2215">
                  <c:v>0.80953336</c:v>
                </c:pt>
                <c:pt idx="2216">
                  <c:v>0.80952913</c:v>
                </c:pt>
                <c:pt idx="2217">
                  <c:v>0.80952442</c:v>
                </c:pt>
                <c:pt idx="2218">
                  <c:v>0.80951935</c:v>
                </c:pt>
                <c:pt idx="2219">
                  <c:v>0.80951375</c:v>
                </c:pt>
                <c:pt idx="2220">
                  <c:v>0.80950654</c:v>
                </c:pt>
                <c:pt idx="2221">
                  <c:v>0.80949754</c:v>
                </c:pt>
                <c:pt idx="2222">
                  <c:v>0.80948603</c:v>
                </c:pt>
                <c:pt idx="2223">
                  <c:v>0.8094731</c:v>
                </c:pt>
                <c:pt idx="2224">
                  <c:v>0.80945969</c:v>
                </c:pt>
                <c:pt idx="2225">
                  <c:v>0.80944568</c:v>
                </c:pt>
                <c:pt idx="2226">
                  <c:v>0.80943316</c:v>
                </c:pt>
                <c:pt idx="2227">
                  <c:v>0.80942142</c:v>
                </c:pt>
                <c:pt idx="2228">
                  <c:v>0.80941129</c:v>
                </c:pt>
                <c:pt idx="2229">
                  <c:v>0.809403</c:v>
                </c:pt>
                <c:pt idx="2230">
                  <c:v>0.80939585</c:v>
                </c:pt>
                <c:pt idx="2231">
                  <c:v>0.80938911</c:v>
                </c:pt>
                <c:pt idx="2232">
                  <c:v>0.80938256</c:v>
                </c:pt>
                <c:pt idx="2233">
                  <c:v>0.80937701</c:v>
                </c:pt>
                <c:pt idx="2234">
                  <c:v>0.80937099</c:v>
                </c:pt>
                <c:pt idx="2235">
                  <c:v>0.80936521</c:v>
                </c:pt>
                <c:pt idx="2236">
                  <c:v>0.80935866</c:v>
                </c:pt>
                <c:pt idx="2237">
                  <c:v>0.80935204</c:v>
                </c:pt>
                <c:pt idx="2238">
                  <c:v>0.80934435</c:v>
                </c:pt>
                <c:pt idx="2239">
                  <c:v>0.80933535</c:v>
                </c:pt>
                <c:pt idx="2240">
                  <c:v>0.80932593</c:v>
                </c:pt>
                <c:pt idx="2241">
                  <c:v>0.8093161</c:v>
                </c:pt>
                <c:pt idx="2242">
                  <c:v>0.80930519</c:v>
                </c:pt>
                <c:pt idx="2243">
                  <c:v>0.8092941</c:v>
                </c:pt>
                <c:pt idx="2244">
                  <c:v>0.80928332</c:v>
                </c:pt>
                <c:pt idx="2245">
                  <c:v>0.80927348</c:v>
                </c:pt>
                <c:pt idx="2246">
                  <c:v>0.80926359</c:v>
                </c:pt>
                <c:pt idx="2247">
                  <c:v>0.80925447</c:v>
                </c:pt>
                <c:pt idx="2248">
                  <c:v>0.8092463</c:v>
                </c:pt>
                <c:pt idx="2249">
                  <c:v>0.80923855</c:v>
                </c:pt>
                <c:pt idx="2250">
                  <c:v>0.80923134</c:v>
                </c:pt>
                <c:pt idx="2251">
                  <c:v>0.80922389</c:v>
                </c:pt>
                <c:pt idx="2252">
                  <c:v>0.8092165</c:v>
                </c:pt>
                <c:pt idx="2253">
                  <c:v>0.80920851</c:v>
                </c:pt>
                <c:pt idx="2254">
                  <c:v>0.8092013</c:v>
                </c:pt>
                <c:pt idx="2255">
                  <c:v>0.80919302</c:v>
                </c:pt>
                <c:pt idx="2256">
                  <c:v>0.80918437</c:v>
                </c:pt>
                <c:pt idx="2257">
                  <c:v>0.80917591</c:v>
                </c:pt>
                <c:pt idx="2258">
                  <c:v>0.80916703</c:v>
                </c:pt>
                <c:pt idx="2259">
                  <c:v>0.80915838</c:v>
                </c:pt>
                <c:pt idx="2260">
                  <c:v>0.8091498</c:v>
                </c:pt>
                <c:pt idx="2261">
                  <c:v>0.80914128</c:v>
                </c:pt>
                <c:pt idx="2262">
                  <c:v>0.80913347</c:v>
                </c:pt>
                <c:pt idx="2263">
                  <c:v>0.80912602</c:v>
                </c:pt>
                <c:pt idx="2264">
                  <c:v>0.80911839</c:v>
                </c:pt>
                <c:pt idx="2265">
                  <c:v>0.80911064</c:v>
                </c:pt>
                <c:pt idx="2266">
                  <c:v>0.80910248</c:v>
                </c:pt>
                <c:pt idx="2267">
                  <c:v>0.80909377</c:v>
                </c:pt>
                <c:pt idx="2268">
                  <c:v>0.80908418</c:v>
                </c:pt>
                <c:pt idx="2269">
                  <c:v>0.8090741</c:v>
                </c:pt>
                <c:pt idx="2270">
                  <c:v>0.80906361</c:v>
                </c:pt>
                <c:pt idx="2271">
                  <c:v>0.80905312</c:v>
                </c:pt>
                <c:pt idx="2272">
                  <c:v>0.80904329</c:v>
                </c:pt>
                <c:pt idx="2273">
                  <c:v>0.80903429</c:v>
                </c:pt>
                <c:pt idx="2274">
                  <c:v>0.80902559</c:v>
                </c:pt>
                <c:pt idx="2275">
                  <c:v>0.80901772</c:v>
                </c:pt>
                <c:pt idx="2276">
                  <c:v>0.80901033</c:v>
                </c:pt>
                <c:pt idx="2277">
                  <c:v>0.80900323</c:v>
                </c:pt>
                <c:pt idx="2278">
                  <c:v>0.80899626</c:v>
                </c:pt>
                <c:pt idx="2279">
                  <c:v>0.80898976</c:v>
                </c:pt>
                <c:pt idx="2280">
                  <c:v>0.80898321</c:v>
                </c:pt>
                <c:pt idx="2281">
                  <c:v>0.80897701</c:v>
                </c:pt>
                <c:pt idx="2282">
                  <c:v>0.80897039</c:v>
                </c:pt>
                <c:pt idx="2283">
                  <c:v>0.80896419</c:v>
                </c:pt>
                <c:pt idx="2284">
                  <c:v>0.80895764</c:v>
                </c:pt>
                <c:pt idx="2285">
                  <c:v>0.80895072</c:v>
                </c:pt>
                <c:pt idx="2286">
                  <c:v>0.80894423</c:v>
                </c:pt>
                <c:pt idx="2287">
                  <c:v>0.80893761</c:v>
                </c:pt>
                <c:pt idx="2288">
                  <c:v>0.8089307</c:v>
                </c:pt>
                <c:pt idx="2289">
                  <c:v>0.8089239</c:v>
                </c:pt>
                <c:pt idx="2290">
                  <c:v>0.8089177</c:v>
                </c:pt>
                <c:pt idx="2291">
                  <c:v>0.80891061</c:v>
                </c:pt>
                <c:pt idx="2292">
                  <c:v>0.8089025</c:v>
                </c:pt>
                <c:pt idx="2293">
                  <c:v>0.80889332</c:v>
                </c:pt>
                <c:pt idx="2294">
                  <c:v>0.80888283</c:v>
                </c:pt>
                <c:pt idx="2295">
                  <c:v>0.80887103</c:v>
                </c:pt>
                <c:pt idx="2296">
                  <c:v>0.80885834</c:v>
                </c:pt>
                <c:pt idx="2297">
                  <c:v>0.80884558</c:v>
                </c:pt>
                <c:pt idx="2298">
                  <c:v>0.80883402</c:v>
                </c:pt>
                <c:pt idx="2299">
                  <c:v>0.80882347</c:v>
                </c:pt>
                <c:pt idx="2300">
                  <c:v>0.80881435</c:v>
                </c:pt>
                <c:pt idx="2301">
                  <c:v>0.80880654</c:v>
                </c:pt>
                <c:pt idx="2302">
                  <c:v>0.80879903</c:v>
                </c:pt>
                <c:pt idx="2303">
                  <c:v>0.80879277</c:v>
                </c:pt>
                <c:pt idx="2304">
                  <c:v>0.80878633</c:v>
                </c:pt>
                <c:pt idx="2305">
                  <c:v>0.80877918</c:v>
                </c:pt>
                <c:pt idx="2306">
                  <c:v>0.80877227</c:v>
                </c:pt>
                <c:pt idx="2307">
                  <c:v>0.80876523</c:v>
                </c:pt>
                <c:pt idx="2308">
                  <c:v>0.80875748</c:v>
                </c:pt>
                <c:pt idx="2309">
                  <c:v>0.80874938</c:v>
                </c:pt>
                <c:pt idx="2310">
                  <c:v>0.80874121</c:v>
                </c:pt>
                <c:pt idx="2311">
                  <c:v>0.80873358</c:v>
                </c:pt>
                <c:pt idx="2312">
                  <c:v>0.80872655</c:v>
                </c:pt>
                <c:pt idx="2313">
                  <c:v>0.80872011</c:v>
                </c:pt>
                <c:pt idx="2314">
                  <c:v>0.80871487</c:v>
                </c:pt>
                <c:pt idx="2315">
                  <c:v>0.80871063</c:v>
                </c:pt>
                <c:pt idx="2316">
                  <c:v>0.80870706</c:v>
                </c:pt>
                <c:pt idx="2317">
                  <c:v>0.80870408</c:v>
                </c:pt>
                <c:pt idx="2318">
                  <c:v>0.80870056</c:v>
                </c:pt>
                <c:pt idx="2319">
                  <c:v>0.80869663</c:v>
                </c:pt>
                <c:pt idx="2320">
                  <c:v>0.80869174</c:v>
                </c:pt>
                <c:pt idx="2321">
                  <c:v>0.80868489</c:v>
                </c:pt>
                <c:pt idx="2322">
                  <c:v>0.80867553</c:v>
                </c:pt>
                <c:pt idx="2323">
                  <c:v>0.80866486</c:v>
                </c:pt>
                <c:pt idx="2324">
                  <c:v>0.80865252</c:v>
                </c:pt>
                <c:pt idx="2325">
                  <c:v>0.80863953</c:v>
                </c:pt>
                <c:pt idx="2326">
                  <c:v>0.80862576</c:v>
                </c:pt>
                <c:pt idx="2327">
                  <c:v>0.80861342</c:v>
                </c:pt>
                <c:pt idx="2328">
                  <c:v>0.80860204</c:v>
                </c:pt>
                <c:pt idx="2329">
                  <c:v>0.80859202</c:v>
                </c:pt>
                <c:pt idx="2330">
                  <c:v>0.8085838</c:v>
                </c:pt>
                <c:pt idx="2331">
                  <c:v>0.80857646</c:v>
                </c:pt>
                <c:pt idx="2332">
                  <c:v>0.8085708</c:v>
                </c:pt>
                <c:pt idx="2333">
                  <c:v>0.80856532</c:v>
                </c:pt>
                <c:pt idx="2334">
                  <c:v>0.80856079</c:v>
                </c:pt>
                <c:pt idx="2335">
                  <c:v>0.80855644</c:v>
                </c:pt>
                <c:pt idx="2336">
                  <c:v>0.80855215</c:v>
                </c:pt>
                <c:pt idx="2337">
                  <c:v>0.80854768</c:v>
                </c:pt>
                <c:pt idx="2338">
                  <c:v>0.80854172</c:v>
                </c:pt>
                <c:pt idx="2339">
                  <c:v>0.80853498</c:v>
                </c:pt>
                <c:pt idx="2340">
                  <c:v>0.8085261</c:v>
                </c:pt>
                <c:pt idx="2341">
                  <c:v>0.80851561</c:v>
                </c:pt>
                <c:pt idx="2342">
                  <c:v>0.80850369</c:v>
                </c:pt>
                <c:pt idx="2343">
                  <c:v>0.80849129</c:v>
                </c:pt>
                <c:pt idx="2344">
                  <c:v>0.80847877</c:v>
                </c:pt>
                <c:pt idx="2345">
                  <c:v>0.80846775</c:v>
                </c:pt>
                <c:pt idx="2346">
                  <c:v>0.80845845</c:v>
                </c:pt>
                <c:pt idx="2347">
                  <c:v>0.8084504</c:v>
                </c:pt>
                <c:pt idx="2348">
                  <c:v>0.80844384</c:v>
                </c:pt>
                <c:pt idx="2349">
                  <c:v>0.80843812</c:v>
                </c:pt>
                <c:pt idx="2350">
                  <c:v>0.80843276</c:v>
                </c:pt>
                <c:pt idx="2351">
                  <c:v>0.80842847</c:v>
                </c:pt>
                <c:pt idx="2352">
                  <c:v>0.80842358</c:v>
                </c:pt>
                <c:pt idx="2353">
                  <c:v>0.80841881</c:v>
                </c:pt>
                <c:pt idx="2354">
                  <c:v>0.80841392</c:v>
                </c:pt>
                <c:pt idx="2355">
                  <c:v>0.80840874</c:v>
                </c:pt>
                <c:pt idx="2356">
                  <c:v>0.80840224</c:v>
                </c:pt>
                <c:pt idx="2357">
                  <c:v>0.8083955</c:v>
                </c:pt>
                <c:pt idx="2358">
                  <c:v>0.80838764</c:v>
                </c:pt>
                <c:pt idx="2359">
                  <c:v>0.80837876</c:v>
                </c:pt>
                <c:pt idx="2360">
                  <c:v>0.8083697</c:v>
                </c:pt>
                <c:pt idx="2361">
                  <c:v>0.80835974</c:v>
                </c:pt>
                <c:pt idx="2362">
                  <c:v>0.80834889</c:v>
                </c:pt>
                <c:pt idx="2363">
                  <c:v>0.8083384</c:v>
                </c:pt>
                <c:pt idx="2364">
                  <c:v>0.80832839</c:v>
                </c:pt>
                <c:pt idx="2365">
                  <c:v>0.80831915</c:v>
                </c:pt>
                <c:pt idx="2366">
                  <c:v>0.80831063</c:v>
                </c:pt>
                <c:pt idx="2367">
                  <c:v>0.80830336</c:v>
                </c:pt>
                <c:pt idx="2368">
                  <c:v>0.80829686</c:v>
                </c:pt>
                <c:pt idx="2369">
                  <c:v>0.8082912</c:v>
                </c:pt>
                <c:pt idx="2370">
                  <c:v>0.80828625</c:v>
                </c:pt>
                <c:pt idx="2371">
                  <c:v>0.80828238</c:v>
                </c:pt>
                <c:pt idx="2372">
                  <c:v>0.8082788</c:v>
                </c:pt>
                <c:pt idx="2373">
                  <c:v>0.80827546</c:v>
                </c:pt>
                <c:pt idx="2374">
                  <c:v>0.80827147</c:v>
                </c:pt>
                <c:pt idx="2375">
                  <c:v>0.80826658</c:v>
                </c:pt>
                <c:pt idx="2376">
                  <c:v>0.80825984</c:v>
                </c:pt>
                <c:pt idx="2377">
                  <c:v>0.80825168</c:v>
                </c:pt>
                <c:pt idx="2378">
                  <c:v>0.8082419</c:v>
                </c:pt>
                <c:pt idx="2379">
                  <c:v>0.80823094</c:v>
                </c:pt>
                <c:pt idx="2380">
                  <c:v>0.80821967</c:v>
                </c:pt>
                <c:pt idx="2381">
                  <c:v>0.80820799</c:v>
                </c:pt>
                <c:pt idx="2382">
                  <c:v>0.8081975</c:v>
                </c:pt>
                <c:pt idx="2383">
                  <c:v>0.80818832</c:v>
                </c:pt>
                <c:pt idx="2384">
                  <c:v>0.80818027</c:v>
                </c:pt>
                <c:pt idx="2385">
                  <c:v>0.80817324</c:v>
                </c:pt>
                <c:pt idx="2386">
                  <c:v>0.80816704</c:v>
                </c:pt>
                <c:pt idx="2387">
                  <c:v>0.80816227</c:v>
                </c:pt>
                <c:pt idx="2388">
                  <c:v>0.80815786</c:v>
                </c:pt>
                <c:pt idx="2389">
                  <c:v>0.80815423</c:v>
                </c:pt>
                <c:pt idx="2390">
                  <c:v>0.80815113</c:v>
                </c:pt>
                <c:pt idx="2391">
                  <c:v>0.80814838</c:v>
                </c:pt>
                <c:pt idx="2392">
                  <c:v>0.80814427</c:v>
                </c:pt>
                <c:pt idx="2393">
                  <c:v>0.80813998</c:v>
                </c:pt>
                <c:pt idx="2394">
                  <c:v>0.80813366</c:v>
                </c:pt>
                <c:pt idx="2395">
                  <c:v>0.80812573</c:v>
                </c:pt>
                <c:pt idx="2396">
                  <c:v>0.80811667</c:v>
                </c:pt>
                <c:pt idx="2397">
                  <c:v>0.80810642</c:v>
                </c:pt>
                <c:pt idx="2398">
                  <c:v>0.80809474</c:v>
                </c:pt>
                <c:pt idx="2399">
                  <c:v>0.80808312</c:v>
                </c:pt>
                <c:pt idx="2400">
                  <c:v>0.80807233</c:v>
                </c:pt>
                <c:pt idx="2401">
                  <c:v>0.80806184</c:v>
                </c:pt>
                <c:pt idx="2402">
                  <c:v>0.80805302</c:v>
                </c:pt>
                <c:pt idx="2403">
                  <c:v>0.80804527</c:v>
                </c:pt>
                <c:pt idx="2404">
                  <c:v>0.80803853</c:v>
                </c:pt>
                <c:pt idx="2405">
                  <c:v>0.80803275</c:v>
                </c:pt>
                <c:pt idx="2406">
                  <c:v>0.80802768</c:v>
                </c:pt>
                <c:pt idx="2407">
                  <c:v>0.80802333</c:v>
                </c:pt>
                <c:pt idx="2408">
                  <c:v>0.80801988</c:v>
                </c:pt>
                <c:pt idx="2409">
                  <c:v>0.80801654</c:v>
                </c:pt>
                <c:pt idx="2410">
                  <c:v>0.80801398</c:v>
                </c:pt>
                <c:pt idx="2411">
                  <c:v>0.80801082</c:v>
                </c:pt>
                <c:pt idx="2412">
                  <c:v>0.80800653</c:v>
                </c:pt>
                <c:pt idx="2413">
                  <c:v>0.80800062</c:v>
                </c:pt>
                <c:pt idx="2414">
                  <c:v>0.80799294</c:v>
                </c:pt>
                <c:pt idx="2415">
                  <c:v>0.8079831</c:v>
                </c:pt>
                <c:pt idx="2416">
                  <c:v>0.80797261</c:v>
                </c:pt>
                <c:pt idx="2417">
                  <c:v>0.80796123</c:v>
                </c:pt>
                <c:pt idx="2418">
                  <c:v>0.80795008</c:v>
                </c:pt>
                <c:pt idx="2419">
                  <c:v>0.80793929</c:v>
                </c:pt>
                <c:pt idx="2420">
                  <c:v>0.80792952</c:v>
                </c:pt>
                <c:pt idx="2421">
                  <c:v>0.80792147</c:v>
                </c:pt>
                <c:pt idx="2422">
                  <c:v>0.80791467</c:v>
                </c:pt>
                <c:pt idx="2423">
                  <c:v>0.80790865</c:v>
                </c:pt>
                <c:pt idx="2424">
                  <c:v>0.80790359</c:v>
                </c:pt>
                <c:pt idx="2425">
                  <c:v>0.80789936</c:v>
                </c:pt>
                <c:pt idx="2426">
                  <c:v>0.80789608</c:v>
                </c:pt>
                <c:pt idx="2427">
                  <c:v>0.80789298</c:v>
                </c:pt>
                <c:pt idx="2428">
                  <c:v>0.80789042</c:v>
                </c:pt>
                <c:pt idx="2429">
                  <c:v>0.80788743</c:v>
                </c:pt>
                <c:pt idx="2430">
                  <c:v>0.80788356</c:v>
                </c:pt>
                <c:pt idx="2431">
                  <c:v>0.8078782</c:v>
                </c:pt>
                <c:pt idx="2432">
                  <c:v>0.80787075</c:v>
                </c:pt>
                <c:pt idx="2433">
                  <c:v>0.80786186</c:v>
                </c:pt>
                <c:pt idx="2434">
                  <c:v>0.80785149</c:v>
                </c:pt>
                <c:pt idx="2435">
                  <c:v>0.80784059</c:v>
                </c:pt>
                <c:pt idx="2436">
                  <c:v>0.80782962</c:v>
                </c:pt>
                <c:pt idx="2437">
                  <c:v>0.80781931</c:v>
                </c:pt>
                <c:pt idx="2438">
                  <c:v>0.80781066</c:v>
                </c:pt>
                <c:pt idx="2439">
                  <c:v>0.80780327</c:v>
                </c:pt>
                <c:pt idx="2440">
                  <c:v>0.80779707</c:v>
                </c:pt>
                <c:pt idx="2441">
                  <c:v>0.80779201</c:v>
                </c:pt>
                <c:pt idx="2442">
                  <c:v>0.80778807</c:v>
                </c:pt>
                <c:pt idx="2443">
                  <c:v>0.8077848</c:v>
                </c:pt>
                <c:pt idx="2444">
                  <c:v>0.80778104</c:v>
                </c:pt>
                <c:pt idx="2445">
                  <c:v>0.80777758</c:v>
                </c:pt>
                <c:pt idx="2446">
                  <c:v>0.80777264</c:v>
                </c:pt>
                <c:pt idx="2447">
                  <c:v>0.8077668</c:v>
                </c:pt>
                <c:pt idx="2448">
                  <c:v>0.80775875</c:v>
                </c:pt>
                <c:pt idx="2449">
                  <c:v>0.80774939</c:v>
                </c:pt>
                <c:pt idx="2450">
                  <c:v>0.80773914</c:v>
                </c:pt>
                <c:pt idx="2451">
                  <c:v>0.80772853</c:v>
                </c:pt>
                <c:pt idx="2452">
                  <c:v>0.80771899</c:v>
                </c:pt>
                <c:pt idx="2453">
                  <c:v>0.80771142</c:v>
                </c:pt>
                <c:pt idx="2454">
                  <c:v>0.80770594</c:v>
                </c:pt>
                <c:pt idx="2455">
                  <c:v>0.80770147</c:v>
                </c:pt>
                <c:pt idx="2456">
                  <c:v>0.80769861</c:v>
                </c:pt>
                <c:pt idx="2457">
                  <c:v>0.80769682</c:v>
                </c:pt>
                <c:pt idx="2458">
                  <c:v>0.80769473</c:v>
                </c:pt>
                <c:pt idx="2459">
                  <c:v>0.80769259</c:v>
                </c:pt>
                <c:pt idx="2460">
                  <c:v>0.80768847</c:v>
                </c:pt>
                <c:pt idx="2461">
                  <c:v>0.80768305</c:v>
                </c:pt>
                <c:pt idx="2462">
                  <c:v>0.80767602</c:v>
                </c:pt>
                <c:pt idx="2463">
                  <c:v>0.80766827</c:v>
                </c:pt>
                <c:pt idx="2464">
                  <c:v>0.80765897</c:v>
                </c:pt>
                <c:pt idx="2465">
                  <c:v>0.80764961</c:v>
                </c:pt>
                <c:pt idx="2466">
                  <c:v>0.8076396</c:v>
                </c:pt>
                <c:pt idx="2467">
                  <c:v>0.80763108</c:v>
                </c:pt>
                <c:pt idx="2468">
                  <c:v>0.80762208</c:v>
                </c:pt>
                <c:pt idx="2469">
                  <c:v>0.80761397</c:v>
                </c:pt>
                <c:pt idx="2470">
                  <c:v>0.80760634</c:v>
                </c:pt>
                <c:pt idx="2471">
                  <c:v>0.80759841</c:v>
                </c:pt>
                <c:pt idx="2472">
                  <c:v>0.80759114</c:v>
                </c:pt>
                <c:pt idx="2473">
                  <c:v>0.80758387</c:v>
                </c:pt>
                <c:pt idx="2474">
                  <c:v>0.80757731</c:v>
                </c:pt>
                <c:pt idx="2475">
                  <c:v>0.80757064</c:v>
                </c:pt>
                <c:pt idx="2476">
                  <c:v>0.8075648</c:v>
                </c:pt>
                <c:pt idx="2477">
                  <c:v>0.80755973</c:v>
                </c:pt>
                <c:pt idx="2478">
                  <c:v>0.80755526</c:v>
                </c:pt>
                <c:pt idx="2479">
                  <c:v>0.80755138</c:v>
                </c:pt>
                <c:pt idx="2480">
                  <c:v>0.80754757</c:v>
                </c:pt>
                <c:pt idx="2481">
                  <c:v>0.80754429</c:v>
                </c:pt>
                <c:pt idx="2482">
                  <c:v>0.80753988</c:v>
                </c:pt>
                <c:pt idx="2483">
                  <c:v>0.80753434</c:v>
                </c:pt>
                <c:pt idx="2484">
                  <c:v>0.80752754</c:v>
                </c:pt>
                <c:pt idx="2485">
                  <c:v>0.80751914</c:v>
                </c:pt>
                <c:pt idx="2486">
                  <c:v>0.8075102</c:v>
                </c:pt>
                <c:pt idx="2487">
                  <c:v>0.8075003</c:v>
                </c:pt>
                <c:pt idx="2488">
                  <c:v>0.80749089</c:v>
                </c:pt>
                <c:pt idx="2489">
                  <c:v>0.80748177</c:v>
                </c:pt>
                <c:pt idx="2490">
                  <c:v>0.8074736</c:v>
                </c:pt>
                <c:pt idx="2491">
                  <c:v>0.80746663</c:v>
                </c:pt>
                <c:pt idx="2492">
                  <c:v>0.80746084</c:v>
                </c:pt>
                <c:pt idx="2493">
                  <c:v>0.80745542</c:v>
                </c:pt>
                <c:pt idx="2494">
                  <c:v>0.80745035</c:v>
                </c:pt>
                <c:pt idx="2495">
                  <c:v>0.80744541</c:v>
                </c:pt>
                <c:pt idx="2496">
                  <c:v>0.80744016</c:v>
                </c:pt>
                <c:pt idx="2497">
                  <c:v>0.8074339</c:v>
                </c:pt>
                <c:pt idx="2498">
                  <c:v>0.80742747</c:v>
                </c:pt>
                <c:pt idx="2499">
                  <c:v>0.80742007</c:v>
                </c:pt>
                <c:pt idx="2500">
                  <c:v>0.80741245</c:v>
                </c:pt>
                <c:pt idx="2501">
                  <c:v>0.80740494</c:v>
                </c:pt>
                <c:pt idx="2502">
                  <c:v>0.8073979</c:v>
                </c:pt>
                <c:pt idx="2503">
                  <c:v>0.80739152</c:v>
                </c:pt>
                <c:pt idx="2504">
                  <c:v>0.80738574</c:v>
                </c:pt>
                <c:pt idx="2505">
                  <c:v>0.80738038</c:v>
                </c:pt>
                <c:pt idx="2506">
                  <c:v>0.80737633</c:v>
                </c:pt>
                <c:pt idx="2507">
                  <c:v>0.80737257</c:v>
                </c:pt>
                <c:pt idx="2508">
                  <c:v>0.80736941</c:v>
                </c:pt>
                <c:pt idx="2509">
                  <c:v>0.80736649</c:v>
                </c:pt>
                <c:pt idx="2510">
                  <c:v>0.80736351</c:v>
                </c:pt>
                <c:pt idx="2511">
                  <c:v>0.80736071</c:v>
                </c:pt>
                <c:pt idx="2512">
                  <c:v>0.80735779</c:v>
                </c:pt>
                <c:pt idx="2513">
                  <c:v>0.80735427</c:v>
                </c:pt>
                <c:pt idx="2514">
                  <c:v>0.8073501</c:v>
                </c:pt>
                <c:pt idx="2515">
                  <c:v>0.80734581</c:v>
                </c:pt>
                <c:pt idx="2516">
                  <c:v>0.80734015</c:v>
                </c:pt>
                <c:pt idx="2517">
                  <c:v>0.80733269</c:v>
                </c:pt>
                <c:pt idx="2518">
                  <c:v>0.80732256</c:v>
                </c:pt>
                <c:pt idx="2519">
                  <c:v>0.80731165</c:v>
                </c:pt>
                <c:pt idx="2520">
                  <c:v>0.80729949</c:v>
                </c:pt>
                <c:pt idx="2521">
                  <c:v>0.80728763</c:v>
                </c:pt>
                <c:pt idx="2522">
                  <c:v>0.80727684</c:v>
                </c:pt>
                <c:pt idx="2523">
                  <c:v>0.8072679</c:v>
                </c:pt>
                <c:pt idx="2524">
                  <c:v>0.80726129</c:v>
                </c:pt>
                <c:pt idx="2525">
                  <c:v>0.80725563</c:v>
                </c:pt>
                <c:pt idx="2526">
                  <c:v>0.80725175</c:v>
                </c:pt>
                <c:pt idx="2527">
                  <c:v>0.80724883</c:v>
                </c:pt>
                <c:pt idx="2528">
                  <c:v>0.80724686</c:v>
                </c:pt>
                <c:pt idx="2529">
                  <c:v>0.80724519</c:v>
                </c:pt>
                <c:pt idx="2530">
                  <c:v>0.80724376</c:v>
                </c:pt>
                <c:pt idx="2531">
                  <c:v>0.80724114</c:v>
                </c:pt>
                <c:pt idx="2532">
                  <c:v>0.80723691</c:v>
                </c:pt>
                <c:pt idx="2533">
                  <c:v>0.80723095</c:v>
                </c:pt>
                <c:pt idx="2534">
                  <c:v>0.8072226</c:v>
                </c:pt>
                <c:pt idx="2535">
                  <c:v>0.80721205</c:v>
                </c:pt>
                <c:pt idx="2536">
                  <c:v>0.80720013</c:v>
                </c:pt>
                <c:pt idx="2537">
                  <c:v>0.80718887</c:v>
                </c:pt>
                <c:pt idx="2538">
                  <c:v>0.80717885</c:v>
                </c:pt>
                <c:pt idx="2539">
                  <c:v>0.80717057</c:v>
                </c:pt>
                <c:pt idx="2540">
                  <c:v>0.80716425</c:v>
                </c:pt>
                <c:pt idx="2541">
                  <c:v>0.80715901</c:v>
                </c:pt>
                <c:pt idx="2542">
                  <c:v>0.80715477</c:v>
                </c:pt>
                <c:pt idx="2543">
                  <c:v>0.80715108</c:v>
                </c:pt>
                <c:pt idx="2544">
                  <c:v>0.8071475</c:v>
                </c:pt>
                <c:pt idx="2545">
                  <c:v>0.80714375</c:v>
                </c:pt>
                <c:pt idx="2546">
                  <c:v>0.80713946</c:v>
                </c:pt>
                <c:pt idx="2547">
                  <c:v>0.80713534</c:v>
                </c:pt>
                <c:pt idx="2548">
                  <c:v>0.8071298</c:v>
                </c:pt>
                <c:pt idx="2549">
                  <c:v>0.80712414</c:v>
                </c:pt>
                <c:pt idx="2550">
                  <c:v>0.80711752</c:v>
                </c:pt>
                <c:pt idx="2551">
                  <c:v>0.80711079</c:v>
                </c:pt>
                <c:pt idx="2552">
                  <c:v>0.80710351</c:v>
                </c:pt>
                <c:pt idx="2553">
                  <c:v>0.80709636</c:v>
                </c:pt>
                <c:pt idx="2554">
                  <c:v>0.80708945</c:v>
                </c:pt>
                <c:pt idx="2555">
                  <c:v>0.8070823</c:v>
                </c:pt>
                <c:pt idx="2556">
                  <c:v>0.80707562</c:v>
                </c:pt>
                <c:pt idx="2557">
                  <c:v>0.80706906</c:v>
                </c:pt>
                <c:pt idx="2558">
                  <c:v>0.80706257</c:v>
                </c:pt>
                <c:pt idx="2559">
                  <c:v>0.80705583</c:v>
                </c:pt>
                <c:pt idx="2560">
                  <c:v>0.80705023</c:v>
                </c:pt>
                <c:pt idx="2561">
                  <c:v>0.80704433</c:v>
                </c:pt>
                <c:pt idx="2562">
                  <c:v>0.80703831</c:v>
                </c:pt>
                <c:pt idx="2563">
                  <c:v>0.80703294</c:v>
                </c:pt>
                <c:pt idx="2564">
                  <c:v>0.80702746</c:v>
                </c:pt>
                <c:pt idx="2565">
                  <c:v>0.80702263</c:v>
                </c:pt>
                <c:pt idx="2566">
                  <c:v>0.80701804</c:v>
                </c:pt>
                <c:pt idx="2567">
                  <c:v>0.80701315</c:v>
                </c:pt>
                <c:pt idx="2568">
                  <c:v>0.80700922</c:v>
                </c:pt>
                <c:pt idx="2569">
                  <c:v>0.80700451</c:v>
                </c:pt>
                <c:pt idx="2570">
                  <c:v>0.80700016</c:v>
                </c:pt>
                <c:pt idx="2571">
                  <c:v>0.80699527</c:v>
                </c:pt>
                <c:pt idx="2572">
                  <c:v>0.80698961</c:v>
                </c:pt>
                <c:pt idx="2573">
                  <c:v>0.80698383</c:v>
                </c:pt>
                <c:pt idx="2574">
                  <c:v>0.80697709</c:v>
                </c:pt>
                <c:pt idx="2575">
                  <c:v>0.80696946</c:v>
                </c:pt>
                <c:pt idx="2576">
                  <c:v>0.80696154</c:v>
                </c:pt>
                <c:pt idx="2577">
                  <c:v>0.80695313</c:v>
                </c:pt>
                <c:pt idx="2578">
                  <c:v>0.80694515</c:v>
                </c:pt>
                <c:pt idx="2579">
                  <c:v>0.80693722</c:v>
                </c:pt>
                <c:pt idx="2580">
                  <c:v>0.8069303</c:v>
                </c:pt>
                <c:pt idx="2581">
                  <c:v>0.80692369</c:v>
                </c:pt>
                <c:pt idx="2582">
                  <c:v>0.80691797</c:v>
                </c:pt>
                <c:pt idx="2583">
                  <c:v>0.80691224</c:v>
                </c:pt>
                <c:pt idx="2584">
                  <c:v>0.80690664</c:v>
                </c:pt>
                <c:pt idx="2585">
                  <c:v>0.8069014</c:v>
                </c:pt>
                <c:pt idx="2586">
                  <c:v>0.80689615</c:v>
                </c:pt>
                <c:pt idx="2587">
                  <c:v>0.8068915</c:v>
                </c:pt>
                <c:pt idx="2588">
                  <c:v>0.80688703</c:v>
                </c:pt>
                <c:pt idx="2589">
                  <c:v>0.80688226</c:v>
                </c:pt>
                <c:pt idx="2590">
                  <c:v>0.80687815</c:v>
                </c:pt>
                <c:pt idx="2591">
                  <c:v>0.80687392</c:v>
                </c:pt>
                <c:pt idx="2592">
                  <c:v>0.80687016</c:v>
                </c:pt>
                <c:pt idx="2593">
                  <c:v>0.80686635</c:v>
                </c:pt>
                <c:pt idx="2594">
                  <c:v>0.80686301</c:v>
                </c:pt>
                <c:pt idx="2595">
                  <c:v>0.80685842</c:v>
                </c:pt>
                <c:pt idx="2596">
                  <c:v>0.80685413</c:v>
                </c:pt>
                <c:pt idx="2597">
                  <c:v>0.80684835</c:v>
                </c:pt>
                <c:pt idx="2598">
                  <c:v>0.80684251</c:v>
                </c:pt>
                <c:pt idx="2599">
                  <c:v>0.80683589</c:v>
                </c:pt>
                <c:pt idx="2600">
                  <c:v>0.80682933</c:v>
                </c:pt>
                <c:pt idx="2601">
                  <c:v>0.80682278</c:v>
                </c:pt>
                <c:pt idx="2602">
                  <c:v>0.80681717</c:v>
                </c:pt>
                <c:pt idx="2603">
                  <c:v>0.80681175</c:v>
                </c:pt>
                <c:pt idx="2604">
                  <c:v>0.80680811</c:v>
                </c:pt>
                <c:pt idx="2605">
                  <c:v>0.80680501</c:v>
                </c:pt>
                <c:pt idx="2606">
                  <c:v>0.80680257</c:v>
                </c:pt>
                <c:pt idx="2607">
                  <c:v>0.80680001</c:v>
                </c:pt>
                <c:pt idx="2608">
                  <c:v>0.80679643</c:v>
                </c:pt>
                <c:pt idx="2609">
                  <c:v>0.80679101</c:v>
                </c:pt>
                <c:pt idx="2610">
                  <c:v>0.80678296</c:v>
                </c:pt>
                <c:pt idx="2611">
                  <c:v>0.80677235</c:v>
                </c:pt>
                <c:pt idx="2612">
                  <c:v>0.80676097</c:v>
                </c:pt>
                <c:pt idx="2613">
                  <c:v>0.80674922</c:v>
                </c:pt>
                <c:pt idx="2614">
                  <c:v>0.80673999</c:v>
                </c:pt>
                <c:pt idx="2615">
                  <c:v>0.80673206</c:v>
                </c:pt>
                <c:pt idx="2616">
                  <c:v>0.80672663</c:v>
                </c:pt>
                <c:pt idx="2617">
                  <c:v>0.80672222</c:v>
                </c:pt>
                <c:pt idx="2618">
                  <c:v>0.80671841</c:v>
                </c:pt>
                <c:pt idx="2619">
                  <c:v>0.80671453</c:v>
                </c:pt>
                <c:pt idx="2620">
                  <c:v>0.80671024</c:v>
                </c:pt>
                <c:pt idx="2621">
                  <c:v>0.80670518</c:v>
                </c:pt>
                <c:pt idx="2622">
                  <c:v>0.80669892</c:v>
                </c:pt>
                <c:pt idx="2623">
                  <c:v>0.80669165</c:v>
                </c:pt>
                <c:pt idx="2624">
                  <c:v>0.80668479</c:v>
                </c:pt>
                <c:pt idx="2625">
                  <c:v>0.8066777</c:v>
                </c:pt>
                <c:pt idx="2626">
                  <c:v>0.80667228</c:v>
                </c:pt>
                <c:pt idx="2627">
                  <c:v>0.80666751</c:v>
                </c:pt>
                <c:pt idx="2628">
                  <c:v>0.80666375</c:v>
                </c:pt>
                <c:pt idx="2629">
                  <c:v>0.80666113</c:v>
                </c:pt>
                <c:pt idx="2630">
                  <c:v>0.80665952</c:v>
                </c:pt>
                <c:pt idx="2631">
                  <c:v>0.80665821</c:v>
                </c:pt>
                <c:pt idx="2632">
                  <c:v>0.80665737</c:v>
                </c:pt>
                <c:pt idx="2633">
                  <c:v>0.8066563</c:v>
                </c:pt>
                <c:pt idx="2634">
                  <c:v>0.80665565</c:v>
                </c:pt>
                <c:pt idx="2635">
                  <c:v>0.80665386</c:v>
                </c:pt>
                <c:pt idx="2636">
                  <c:v>0.80665112</c:v>
                </c:pt>
                <c:pt idx="2637">
                  <c:v>0.80664569</c:v>
                </c:pt>
                <c:pt idx="2638">
                  <c:v>0.80663836</c:v>
                </c:pt>
                <c:pt idx="2639">
                  <c:v>0.80662823</c:v>
                </c:pt>
                <c:pt idx="2640">
                  <c:v>0.80661672</c:v>
                </c:pt>
                <c:pt idx="2641">
                  <c:v>0.80660492</c:v>
                </c:pt>
                <c:pt idx="2642">
                  <c:v>0.80659401</c:v>
                </c:pt>
                <c:pt idx="2643">
                  <c:v>0.80658352</c:v>
                </c:pt>
                <c:pt idx="2644">
                  <c:v>0.80657464</c:v>
                </c:pt>
                <c:pt idx="2645">
                  <c:v>0.80656773</c:v>
                </c:pt>
                <c:pt idx="2646">
                  <c:v>0.80656284</c:v>
                </c:pt>
                <c:pt idx="2647">
                  <c:v>0.80656028</c:v>
                </c:pt>
                <c:pt idx="2648">
                  <c:v>0.80655837</c:v>
                </c:pt>
                <c:pt idx="2649">
                  <c:v>0.8065576</c:v>
                </c:pt>
                <c:pt idx="2650">
                  <c:v>0.80655706</c:v>
                </c:pt>
                <c:pt idx="2651">
                  <c:v>0.80655527</c:v>
                </c:pt>
                <c:pt idx="2652">
                  <c:v>0.80655217</c:v>
                </c:pt>
                <c:pt idx="2653">
                  <c:v>0.80654693</c:v>
                </c:pt>
                <c:pt idx="2654">
                  <c:v>0.80653965</c:v>
                </c:pt>
                <c:pt idx="2655">
                  <c:v>0.80653054</c:v>
                </c:pt>
                <c:pt idx="2656">
                  <c:v>0.80651993</c:v>
                </c:pt>
                <c:pt idx="2657">
                  <c:v>0.80650896</c:v>
                </c:pt>
                <c:pt idx="2658">
                  <c:v>0.8064996</c:v>
                </c:pt>
                <c:pt idx="2659">
                  <c:v>0.80649197</c:v>
                </c:pt>
                <c:pt idx="2660">
                  <c:v>0.80648565</c:v>
                </c:pt>
                <c:pt idx="2661">
                  <c:v>0.80648071</c:v>
                </c:pt>
                <c:pt idx="2662">
                  <c:v>0.80647713</c:v>
                </c:pt>
                <c:pt idx="2663">
                  <c:v>0.80647397</c:v>
                </c:pt>
                <c:pt idx="2664">
                  <c:v>0.80647099</c:v>
                </c:pt>
                <c:pt idx="2665">
                  <c:v>0.80646867</c:v>
                </c:pt>
                <c:pt idx="2666">
                  <c:v>0.80646652</c:v>
                </c:pt>
                <c:pt idx="2667">
                  <c:v>0.8064633</c:v>
                </c:pt>
                <c:pt idx="2668">
                  <c:v>0.80645925</c:v>
                </c:pt>
                <c:pt idx="2669">
                  <c:v>0.80645454</c:v>
                </c:pt>
                <c:pt idx="2670">
                  <c:v>0.80644882</c:v>
                </c:pt>
                <c:pt idx="2671">
                  <c:v>0.80644196</c:v>
                </c:pt>
                <c:pt idx="2672">
                  <c:v>0.80643451</c:v>
                </c:pt>
                <c:pt idx="2673">
                  <c:v>0.80642599</c:v>
                </c:pt>
                <c:pt idx="2674">
                  <c:v>0.80641836</c:v>
                </c:pt>
                <c:pt idx="2675">
                  <c:v>0.80641079</c:v>
                </c:pt>
                <c:pt idx="2676">
                  <c:v>0.80640352</c:v>
                </c:pt>
                <c:pt idx="2677">
                  <c:v>0.80639708</c:v>
                </c:pt>
                <c:pt idx="2678">
                  <c:v>0.80639148</c:v>
                </c:pt>
                <c:pt idx="2679">
                  <c:v>0.80638611</c:v>
                </c:pt>
                <c:pt idx="2680">
                  <c:v>0.80638134</c:v>
                </c:pt>
                <c:pt idx="2681">
                  <c:v>0.80637646</c:v>
                </c:pt>
                <c:pt idx="2682">
                  <c:v>0.80637252</c:v>
                </c:pt>
                <c:pt idx="2683">
                  <c:v>0.80636877</c:v>
                </c:pt>
                <c:pt idx="2684">
                  <c:v>0.80636537</c:v>
                </c:pt>
                <c:pt idx="2685">
                  <c:v>0.80636233</c:v>
                </c:pt>
                <c:pt idx="2686">
                  <c:v>0.80635917</c:v>
                </c:pt>
                <c:pt idx="2687">
                  <c:v>0.80635691</c:v>
                </c:pt>
                <c:pt idx="2688">
                  <c:v>0.80635351</c:v>
                </c:pt>
                <c:pt idx="2689">
                  <c:v>0.80635005</c:v>
                </c:pt>
                <c:pt idx="2690">
                  <c:v>0.80634552</c:v>
                </c:pt>
                <c:pt idx="2691">
                  <c:v>0.80633992</c:v>
                </c:pt>
                <c:pt idx="2692">
                  <c:v>0.80633295</c:v>
                </c:pt>
                <c:pt idx="2693">
                  <c:v>0.80632538</c:v>
                </c:pt>
                <c:pt idx="2694">
                  <c:v>0.80631715</c:v>
                </c:pt>
                <c:pt idx="2695">
                  <c:v>0.80630922</c:v>
                </c:pt>
                <c:pt idx="2696">
                  <c:v>0.80630124</c:v>
                </c:pt>
                <c:pt idx="2697">
                  <c:v>0.8062942</c:v>
                </c:pt>
                <c:pt idx="2698">
                  <c:v>0.80628788</c:v>
                </c:pt>
                <c:pt idx="2699">
                  <c:v>0.80628204</c:v>
                </c:pt>
                <c:pt idx="2700">
                  <c:v>0.80627698</c:v>
                </c:pt>
                <c:pt idx="2701">
                  <c:v>0.80627227</c:v>
                </c:pt>
                <c:pt idx="2702">
                  <c:v>0.80626786</c:v>
                </c:pt>
                <c:pt idx="2703">
                  <c:v>0.80626374</c:v>
                </c:pt>
                <c:pt idx="2704">
                  <c:v>0.80626023</c:v>
                </c:pt>
                <c:pt idx="2705">
                  <c:v>0.80625707</c:v>
                </c:pt>
                <c:pt idx="2706">
                  <c:v>0.80625421</c:v>
                </c:pt>
                <c:pt idx="2707">
                  <c:v>0.80625194</c:v>
                </c:pt>
                <c:pt idx="2708">
                  <c:v>0.80625015</c:v>
                </c:pt>
                <c:pt idx="2709">
                  <c:v>0.80624765</c:v>
                </c:pt>
                <c:pt idx="2710">
                  <c:v>0.80624503</c:v>
                </c:pt>
                <c:pt idx="2711">
                  <c:v>0.80624151</c:v>
                </c:pt>
                <c:pt idx="2712">
                  <c:v>0.80623639</c:v>
                </c:pt>
                <c:pt idx="2713">
                  <c:v>0.80623019</c:v>
                </c:pt>
                <c:pt idx="2714">
                  <c:v>0.80622232</c:v>
                </c:pt>
                <c:pt idx="2715">
                  <c:v>0.80621397</c:v>
                </c:pt>
                <c:pt idx="2716">
                  <c:v>0.80620497</c:v>
                </c:pt>
                <c:pt idx="2717">
                  <c:v>0.80619663</c:v>
                </c:pt>
                <c:pt idx="2718">
                  <c:v>0.80618864</c:v>
                </c:pt>
                <c:pt idx="2719">
                  <c:v>0.80618179</c:v>
                </c:pt>
                <c:pt idx="2720">
                  <c:v>0.80617589</c:v>
                </c:pt>
                <c:pt idx="2721">
                  <c:v>0.806171</c:v>
                </c:pt>
                <c:pt idx="2722">
                  <c:v>0.80616659</c:v>
                </c:pt>
                <c:pt idx="2723">
                  <c:v>0.80616266</c:v>
                </c:pt>
                <c:pt idx="2724">
                  <c:v>0.80615926</c:v>
                </c:pt>
                <c:pt idx="2725">
                  <c:v>0.80615658</c:v>
                </c:pt>
                <c:pt idx="2726">
                  <c:v>0.80615425</c:v>
                </c:pt>
                <c:pt idx="2727">
                  <c:v>0.8061527</c:v>
                </c:pt>
                <c:pt idx="2728">
                  <c:v>0.80615044</c:v>
                </c:pt>
                <c:pt idx="2729">
                  <c:v>0.80614799</c:v>
                </c:pt>
                <c:pt idx="2730">
                  <c:v>0.80614436</c:v>
                </c:pt>
                <c:pt idx="2731">
                  <c:v>0.80614012</c:v>
                </c:pt>
                <c:pt idx="2732">
                  <c:v>0.80613369</c:v>
                </c:pt>
                <c:pt idx="2733">
                  <c:v>0.80612743</c:v>
                </c:pt>
                <c:pt idx="2734">
                  <c:v>0.80612004</c:v>
                </c:pt>
                <c:pt idx="2735">
                  <c:v>0.80611187</c:v>
                </c:pt>
                <c:pt idx="2736">
                  <c:v>0.80610347</c:v>
                </c:pt>
                <c:pt idx="2737">
                  <c:v>0.80609548</c:v>
                </c:pt>
                <c:pt idx="2738">
                  <c:v>0.80608839</c:v>
                </c:pt>
                <c:pt idx="2739">
                  <c:v>0.80608213</c:v>
                </c:pt>
                <c:pt idx="2740">
                  <c:v>0.80607671</c:v>
                </c:pt>
                <c:pt idx="2741">
                  <c:v>0.806072</c:v>
                </c:pt>
                <c:pt idx="2742">
                  <c:v>0.80606776</c:v>
                </c:pt>
                <c:pt idx="2743">
                  <c:v>0.80606419</c:v>
                </c:pt>
                <c:pt idx="2744">
                  <c:v>0.80606073</c:v>
                </c:pt>
                <c:pt idx="2745">
                  <c:v>0.80605811</c:v>
                </c:pt>
                <c:pt idx="2746">
                  <c:v>0.80605537</c:v>
                </c:pt>
                <c:pt idx="2747">
                  <c:v>0.80605382</c:v>
                </c:pt>
                <c:pt idx="2748">
                  <c:v>0.80605209</c:v>
                </c:pt>
                <c:pt idx="2749">
                  <c:v>0.80605024</c:v>
                </c:pt>
                <c:pt idx="2750">
                  <c:v>0.80604857</c:v>
                </c:pt>
                <c:pt idx="2751">
                  <c:v>0.80604517</c:v>
                </c:pt>
                <c:pt idx="2752">
                  <c:v>0.80604076</c:v>
                </c:pt>
                <c:pt idx="2753">
                  <c:v>0.8060348</c:v>
                </c:pt>
                <c:pt idx="2754">
                  <c:v>0.80602759</c:v>
                </c:pt>
                <c:pt idx="2755">
                  <c:v>0.80601978</c:v>
                </c:pt>
                <c:pt idx="2756">
                  <c:v>0.80601162</c:v>
                </c:pt>
                <c:pt idx="2757">
                  <c:v>0.80600524</c:v>
                </c:pt>
                <c:pt idx="2758">
                  <c:v>0.80600047</c:v>
                </c:pt>
                <c:pt idx="2759">
                  <c:v>0.80599856</c:v>
                </c:pt>
                <c:pt idx="2760">
                  <c:v>0.8059985</c:v>
                </c:pt>
                <c:pt idx="2761">
                  <c:v>0.80600083</c:v>
                </c:pt>
                <c:pt idx="2762">
                  <c:v>0.8060025</c:v>
                </c:pt>
                <c:pt idx="2763">
                  <c:v>0.80600357</c:v>
                </c:pt>
                <c:pt idx="2764">
                  <c:v>0.80599964</c:v>
                </c:pt>
                <c:pt idx="2765">
                  <c:v>0.80599111</c:v>
                </c:pt>
                <c:pt idx="2766">
                  <c:v>0.80597752</c:v>
                </c:pt>
                <c:pt idx="2767">
                  <c:v>0.8059622</c:v>
                </c:pt>
                <c:pt idx="2768">
                  <c:v>0.80594867</c:v>
                </c:pt>
                <c:pt idx="2769">
                  <c:v>0.80593872</c:v>
                </c:pt>
                <c:pt idx="2770">
                  <c:v>0.80593336</c:v>
                </c:pt>
                <c:pt idx="2771">
                  <c:v>0.80593133</c:v>
                </c:pt>
                <c:pt idx="2772">
                  <c:v>0.80593032</c:v>
                </c:pt>
                <c:pt idx="2773">
                  <c:v>0.80592942</c:v>
                </c:pt>
                <c:pt idx="2774">
                  <c:v>0.80592692</c:v>
                </c:pt>
                <c:pt idx="2775">
                  <c:v>0.80592197</c:v>
                </c:pt>
                <c:pt idx="2776">
                  <c:v>0.80591428</c:v>
                </c:pt>
                <c:pt idx="2777">
                  <c:v>0.80590588</c:v>
                </c:pt>
                <c:pt idx="2778">
                  <c:v>0.80589753</c:v>
                </c:pt>
                <c:pt idx="2779">
                  <c:v>0.80589062</c:v>
                </c:pt>
                <c:pt idx="2780">
                  <c:v>0.80588609</c:v>
                </c:pt>
                <c:pt idx="2781">
                  <c:v>0.80588287</c:v>
                </c:pt>
                <c:pt idx="2782">
                  <c:v>0.80588043</c:v>
                </c:pt>
                <c:pt idx="2783">
                  <c:v>0.80587763</c:v>
                </c:pt>
                <c:pt idx="2784">
                  <c:v>0.80587369</c:v>
                </c:pt>
                <c:pt idx="2785">
                  <c:v>0.80586845</c:v>
                </c:pt>
                <c:pt idx="2786">
                  <c:v>0.80586207</c:v>
                </c:pt>
                <c:pt idx="2787">
                  <c:v>0.80585474</c:v>
                </c:pt>
                <c:pt idx="2788">
                  <c:v>0.80584729</c:v>
                </c:pt>
                <c:pt idx="2789">
                  <c:v>0.80584109</c:v>
                </c:pt>
                <c:pt idx="2790">
                  <c:v>0.80583531</c:v>
                </c:pt>
                <c:pt idx="2791">
                  <c:v>0.80583036</c:v>
                </c:pt>
                <c:pt idx="2792">
                  <c:v>0.80582619</c:v>
                </c:pt>
                <c:pt idx="2793">
                  <c:v>0.80582273</c:v>
                </c:pt>
                <c:pt idx="2794">
                  <c:v>0.80581939</c:v>
                </c:pt>
                <c:pt idx="2795">
                  <c:v>0.80581528</c:v>
                </c:pt>
                <c:pt idx="2796">
                  <c:v>0.80581123</c:v>
                </c:pt>
                <c:pt idx="2797">
                  <c:v>0.8058064</c:v>
                </c:pt>
                <c:pt idx="2798">
                  <c:v>0.8058008</c:v>
                </c:pt>
                <c:pt idx="2799">
                  <c:v>0.80579507</c:v>
                </c:pt>
                <c:pt idx="2800">
                  <c:v>0.80578959</c:v>
                </c:pt>
                <c:pt idx="2801">
                  <c:v>0.80578458</c:v>
                </c:pt>
                <c:pt idx="2802">
                  <c:v>0.80578065</c:v>
                </c:pt>
                <c:pt idx="2803">
                  <c:v>0.80577695</c:v>
                </c:pt>
                <c:pt idx="2804">
                  <c:v>0.80577397</c:v>
                </c:pt>
                <c:pt idx="2805">
                  <c:v>0.80577123</c:v>
                </c:pt>
                <c:pt idx="2806">
                  <c:v>0.80576801</c:v>
                </c:pt>
                <c:pt idx="2807">
                  <c:v>0.80576503</c:v>
                </c:pt>
                <c:pt idx="2808">
                  <c:v>0.80576122</c:v>
                </c:pt>
                <c:pt idx="2809">
                  <c:v>0.80575675</c:v>
                </c:pt>
                <c:pt idx="2810">
                  <c:v>0.8057524</c:v>
                </c:pt>
                <c:pt idx="2811">
                  <c:v>0.80574781</c:v>
                </c:pt>
                <c:pt idx="2812">
                  <c:v>0.8057428</c:v>
                </c:pt>
                <c:pt idx="2813">
                  <c:v>0.80573738</c:v>
                </c:pt>
                <c:pt idx="2814">
                  <c:v>0.80573148</c:v>
                </c:pt>
                <c:pt idx="2815">
                  <c:v>0.8057254</c:v>
                </c:pt>
                <c:pt idx="2816">
                  <c:v>0.80571836</c:v>
                </c:pt>
                <c:pt idx="2817">
                  <c:v>0.80571204</c:v>
                </c:pt>
                <c:pt idx="2818">
                  <c:v>0.80570549</c:v>
                </c:pt>
                <c:pt idx="2819">
                  <c:v>0.80569929</c:v>
                </c:pt>
                <c:pt idx="2820">
                  <c:v>0.80569333</c:v>
                </c:pt>
                <c:pt idx="2821">
                  <c:v>0.80568713</c:v>
                </c:pt>
                <c:pt idx="2822">
                  <c:v>0.80568206</c:v>
                </c:pt>
                <c:pt idx="2823">
                  <c:v>0.80567646</c:v>
                </c:pt>
                <c:pt idx="2824">
                  <c:v>0.80567181</c:v>
                </c:pt>
                <c:pt idx="2825">
                  <c:v>0.80566704</c:v>
                </c:pt>
                <c:pt idx="2826">
                  <c:v>0.80566239</c:v>
                </c:pt>
                <c:pt idx="2827">
                  <c:v>0.80565745</c:v>
                </c:pt>
                <c:pt idx="2828">
                  <c:v>0.80565298</c:v>
                </c:pt>
                <c:pt idx="2829">
                  <c:v>0.80564886</c:v>
                </c:pt>
                <c:pt idx="2830">
                  <c:v>0.80564493</c:v>
                </c:pt>
                <c:pt idx="2831">
                  <c:v>0.80564111</c:v>
                </c:pt>
                <c:pt idx="2832">
                  <c:v>0.80563796</c:v>
                </c:pt>
                <c:pt idx="2833">
                  <c:v>0.80563486</c:v>
                </c:pt>
                <c:pt idx="2834">
                  <c:v>0.80563301</c:v>
                </c:pt>
                <c:pt idx="2835">
                  <c:v>0.80563116</c:v>
                </c:pt>
                <c:pt idx="2836">
                  <c:v>0.80563027</c:v>
                </c:pt>
                <c:pt idx="2837">
                  <c:v>0.80562997</c:v>
                </c:pt>
                <c:pt idx="2838">
                  <c:v>0.80563003</c:v>
                </c:pt>
                <c:pt idx="2839">
                  <c:v>0.80562943</c:v>
                </c:pt>
                <c:pt idx="2840">
                  <c:v>0.80562735</c:v>
                </c:pt>
                <c:pt idx="2841">
                  <c:v>0.80562335</c:v>
                </c:pt>
                <c:pt idx="2842">
                  <c:v>0.80561727</c:v>
                </c:pt>
                <c:pt idx="2843">
                  <c:v>0.80560917</c:v>
                </c:pt>
                <c:pt idx="2844">
                  <c:v>0.80559975</c:v>
                </c:pt>
                <c:pt idx="2845">
                  <c:v>0.80558926</c:v>
                </c:pt>
                <c:pt idx="2846">
                  <c:v>0.80557901</c:v>
                </c:pt>
                <c:pt idx="2847">
                  <c:v>0.80556977</c:v>
                </c:pt>
                <c:pt idx="2848">
                  <c:v>0.8055619</c:v>
                </c:pt>
                <c:pt idx="2849">
                  <c:v>0.80555606</c:v>
                </c:pt>
                <c:pt idx="2850">
                  <c:v>0.80555171</c:v>
                </c:pt>
                <c:pt idx="2851">
                  <c:v>0.80554825</c:v>
                </c:pt>
                <c:pt idx="2852">
                  <c:v>0.80554587</c:v>
                </c:pt>
                <c:pt idx="2853">
                  <c:v>0.80554402</c:v>
                </c:pt>
                <c:pt idx="2854">
                  <c:v>0.80554265</c:v>
                </c:pt>
                <c:pt idx="2855">
                  <c:v>0.80554152</c:v>
                </c:pt>
                <c:pt idx="2856">
                  <c:v>0.80553973</c:v>
                </c:pt>
                <c:pt idx="2857">
                  <c:v>0.80553716</c:v>
                </c:pt>
                <c:pt idx="2858">
                  <c:v>0.80553329</c:v>
                </c:pt>
                <c:pt idx="2859">
                  <c:v>0.80552864</c:v>
                </c:pt>
                <c:pt idx="2860">
                  <c:v>0.80552232</c:v>
                </c:pt>
                <c:pt idx="2861">
                  <c:v>0.80551511</c:v>
                </c:pt>
                <c:pt idx="2862">
                  <c:v>0.80550754</c:v>
                </c:pt>
                <c:pt idx="2863">
                  <c:v>0.80549961</c:v>
                </c:pt>
                <c:pt idx="2864">
                  <c:v>0.80549204</c:v>
                </c:pt>
                <c:pt idx="2865">
                  <c:v>0.80548471</c:v>
                </c:pt>
                <c:pt idx="2866">
                  <c:v>0.80547869</c:v>
                </c:pt>
                <c:pt idx="2867">
                  <c:v>0.8054738</c:v>
                </c:pt>
                <c:pt idx="2868">
                  <c:v>0.80546939</c:v>
                </c:pt>
                <c:pt idx="2869">
                  <c:v>0.80546534</c:v>
                </c:pt>
                <c:pt idx="2870">
                  <c:v>0.80546236</c:v>
                </c:pt>
                <c:pt idx="2871">
                  <c:v>0.80545932</c:v>
                </c:pt>
                <c:pt idx="2872">
                  <c:v>0.80545646</c:v>
                </c:pt>
                <c:pt idx="2873">
                  <c:v>0.8054536</c:v>
                </c:pt>
                <c:pt idx="2874">
                  <c:v>0.80545104</c:v>
                </c:pt>
                <c:pt idx="2875">
                  <c:v>0.80544835</c:v>
                </c:pt>
                <c:pt idx="2876">
                  <c:v>0.80544549</c:v>
                </c:pt>
                <c:pt idx="2877">
                  <c:v>0.80544239</c:v>
                </c:pt>
                <c:pt idx="2878">
                  <c:v>0.80543882</c:v>
                </c:pt>
                <c:pt idx="2879">
                  <c:v>0.80543411</c:v>
                </c:pt>
                <c:pt idx="2880">
                  <c:v>0.80542892</c:v>
                </c:pt>
                <c:pt idx="2881">
                  <c:v>0.80542219</c:v>
                </c:pt>
                <c:pt idx="2882">
                  <c:v>0.80541545</c:v>
                </c:pt>
                <c:pt idx="2883">
                  <c:v>0.805408</c:v>
                </c:pt>
                <c:pt idx="2884">
                  <c:v>0.80540115</c:v>
                </c:pt>
                <c:pt idx="2885">
                  <c:v>0.80539471</c:v>
                </c:pt>
                <c:pt idx="2886">
                  <c:v>0.80538899</c:v>
                </c:pt>
                <c:pt idx="2887">
                  <c:v>0.80538374</c:v>
                </c:pt>
                <c:pt idx="2888">
                  <c:v>0.80537927</c:v>
                </c:pt>
                <c:pt idx="2889">
                  <c:v>0.80537498</c:v>
                </c:pt>
                <c:pt idx="2890">
                  <c:v>0.80537105</c:v>
                </c:pt>
                <c:pt idx="2891">
                  <c:v>0.80536753</c:v>
                </c:pt>
                <c:pt idx="2892">
                  <c:v>0.80536467</c:v>
                </c:pt>
                <c:pt idx="2893">
                  <c:v>0.80536145</c:v>
                </c:pt>
                <c:pt idx="2894">
                  <c:v>0.80535942</c:v>
                </c:pt>
                <c:pt idx="2895">
                  <c:v>0.80535769</c:v>
                </c:pt>
                <c:pt idx="2896">
                  <c:v>0.80535579</c:v>
                </c:pt>
                <c:pt idx="2897">
                  <c:v>0.80535412</c:v>
                </c:pt>
                <c:pt idx="2898">
                  <c:v>0.80535263</c:v>
                </c:pt>
                <c:pt idx="2899">
                  <c:v>0.8053512</c:v>
                </c:pt>
                <c:pt idx="2900">
                  <c:v>0.80534971</c:v>
                </c:pt>
                <c:pt idx="2901">
                  <c:v>0.80534798</c:v>
                </c:pt>
                <c:pt idx="2902">
                  <c:v>0.80534554</c:v>
                </c:pt>
                <c:pt idx="2903">
                  <c:v>0.80534261</c:v>
                </c:pt>
                <c:pt idx="2904">
                  <c:v>0.8053385</c:v>
                </c:pt>
                <c:pt idx="2905">
                  <c:v>0.80533308</c:v>
                </c:pt>
                <c:pt idx="2906">
                  <c:v>0.80532616</c:v>
                </c:pt>
                <c:pt idx="2907">
                  <c:v>0.80531806</c:v>
                </c:pt>
                <c:pt idx="2908">
                  <c:v>0.8053093</c:v>
                </c:pt>
                <c:pt idx="2909">
                  <c:v>0.80530047</c:v>
                </c:pt>
                <c:pt idx="2910">
                  <c:v>0.80529302</c:v>
                </c:pt>
                <c:pt idx="2911">
                  <c:v>0.8052879</c:v>
                </c:pt>
                <c:pt idx="2912">
                  <c:v>0.80528456</c:v>
                </c:pt>
                <c:pt idx="2913">
                  <c:v>0.80528283</c:v>
                </c:pt>
                <c:pt idx="2914">
                  <c:v>0.8052814</c:v>
                </c:pt>
                <c:pt idx="2915">
                  <c:v>0.80527902</c:v>
                </c:pt>
                <c:pt idx="2916">
                  <c:v>0.80527437</c:v>
                </c:pt>
                <c:pt idx="2917">
                  <c:v>0.80526727</c:v>
                </c:pt>
                <c:pt idx="2918">
                  <c:v>0.80525893</c:v>
                </c:pt>
                <c:pt idx="2919">
                  <c:v>0.80524981</c:v>
                </c:pt>
                <c:pt idx="2920">
                  <c:v>0.80524117</c:v>
                </c:pt>
                <c:pt idx="2921">
                  <c:v>0.80523384</c:v>
                </c:pt>
                <c:pt idx="2922">
                  <c:v>0.80522817</c:v>
                </c:pt>
                <c:pt idx="2923">
                  <c:v>0.80522424</c:v>
                </c:pt>
                <c:pt idx="2924">
                  <c:v>0.80522132</c:v>
                </c:pt>
                <c:pt idx="2925">
                  <c:v>0.80521864</c:v>
                </c:pt>
                <c:pt idx="2926">
                  <c:v>0.80521619</c:v>
                </c:pt>
                <c:pt idx="2927">
                  <c:v>0.80521315</c:v>
                </c:pt>
                <c:pt idx="2928">
                  <c:v>0.80520946</c:v>
                </c:pt>
                <c:pt idx="2929">
                  <c:v>0.80520499</c:v>
                </c:pt>
                <c:pt idx="2930">
                  <c:v>0.80520004</c:v>
                </c:pt>
                <c:pt idx="2931">
                  <c:v>0.80519515</c:v>
                </c:pt>
                <c:pt idx="2932">
                  <c:v>0.80518997</c:v>
                </c:pt>
                <c:pt idx="2933">
                  <c:v>0.80518562</c:v>
                </c:pt>
                <c:pt idx="2934">
                  <c:v>0.80518138</c:v>
                </c:pt>
                <c:pt idx="2935">
                  <c:v>0.80517763</c:v>
                </c:pt>
                <c:pt idx="2936">
                  <c:v>0.80517441</c:v>
                </c:pt>
                <c:pt idx="2937">
                  <c:v>0.80517077</c:v>
                </c:pt>
                <c:pt idx="2938">
                  <c:v>0.80516696</c:v>
                </c:pt>
                <c:pt idx="2939">
                  <c:v>0.80516261</c:v>
                </c:pt>
                <c:pt idx="2940">
                  <c:v>0.80515826</c:v>
                </c:pt>
                <c:pt idx="2941">
                  <c:v>0.80515319</c:v>
                </c:pt>
                <c:pt idx="2942">
                  <c:v>0.80514854</c:v>
                </c:pt>
                <c:pt idx="2943">
                  <c:v>0.80514306</c:v>
                </c:pt>
                <c:pt idx="2944">
                  <c:v>0.80513781</c:v>
                </c:pt>
                <c:pt idx="2945">
                  <c:v>0.80513257</c:v>
                </c:pt>
                <c:pt idx="2946">
                  <c:v>0.80512762</c:v>
                </c:pt>
                <c:pt idx="2947">
                  <c:v>0.80512321</c:v>
                </c:pt>
                <c:pt idx="2948">
                  <c:v>0.80511874</c:v>
                </c:pt>
                <c:pt idx="2949">
                  <c:v>0.80511451</c:v>
                </c:pt>
                <c:pt idx="2950">
                  <c:v>0.80511051</c:v>
                </c:pt>
                <c:pt idx="2951">
                  <c:v>0.80510622</c:v>
                </c:pt>
                <c:pt idx="2952">
                  <c:v>0.80510163</c:v>
                </c:pt>
                <c:pt idx="2953">
                  <c:v>0.80509716</c:v>
                </c:pt>
                <c:pt idx="2954">
                  <c:v>0.80509281</c:v>
                </c:pt>
                <c:pt idx="2955">
                  <c:v>0.80508822</c:v>
                </c:pt>
                <c:pt idx="2956">
                  <c:v>0.80508369</c:v>
                </c:pt>
                <c:pt idx="2957">
                  <c:v>0.80507976</c:v>
                </c:pt>
                <c:pt idx="2958">
                  <c:v>0.80507618</c:v>
                </c:pt>
                <c:pt idx="2959">
                  <c:v>0.80507267</c:v>
                </c:pt>
                <c:pt idx="2960">
                  <c:v>0.80506998</c:v>
                </c:pt>
                <c:pt idx="2961">
                  <c:v>0.8050673</c:v>
                </c:pt>
                <c:pt idx="2962">
                  <c:v>0.80506539</c:v>
                </c:pt>
                <c:pt idx="2963">
                  <c:v>0.80506414</c:v>
                </c:pt>
                <c:pt idx="2964">
                  <c:v>0.80506241</c:v>
                </c:pt>
                <c:pt idx="2965">
                  <c:v>0.80506045</c:v>
                </c:pt>
                <c:pt idx="2966">
                  <c:v>0.80505818</c:v>
                </c:pt>
                <c:pt idx="2967">
                  <c:v>0.80505466</c:v>
                </c:pt>
                <c:pt idx="2968">
                  <c:v>0.80504966</c:v>
                </c:pt>
                <c:pt idx="2969">
                  <c:v>0.80504328</c:v>
                </c:pt>
                <c:pt idx="2970">
                  <c:v>0.80503601</c:v>
                </c:pt>
                <c:pt idx="2971">
                  <c:v>0.8050282</c:v>
                </c:pt>
                <c:pt idx="2972">
                  <c:v>0.80502033</c:v>
                </c:pt>
                <c:pt idx="2973">
                  <c:v>0.80501252</c:v>
                </c:pt>
                <c:pt idx="2974">
                  <c:v>0.80500609</c:v>
                </c:pt>
                <c:pt idx="2975">
                  <c:v>0.80500019</c:v>
                </c:pt>
                <c:pt idx="2976">
                  <c:v>0.8049947</c:v>
                </c:pt>
                <c:pt idx="2977">
                  <c:v>0.80498964</c:v>
                </c:pt>
                <c:pt idx="2978">
                  <c:v>0.80498564</c:v>
                </c:pt>
                <c:pt idx="2979">
                  <c:v>0.80498135</c:v>
                </c:pt>
                <c:pt idx="2980">
                  <c:v>0.80497742</c:v>
                </c:pt>
                <c:pt idx="2981">
                  <c:v>0.80497366</c:v>
                </c:pt>
                <c:pt idx="2982">
                  <c:v>0.80496997</c:v>
                </c:pt>
                <c:pt idx="2983">
                  <c:v>0.80496639</c:v>
                </c:pt>
                <c:pt idx="2984">
                  <c:v>0.80496246</c:v>
                </c:pt>
                <c:pt idx="2985">
                  <c:v>0.80495912</c:v>
                </c:pt>
                <c:pt idx="2986">
                  <c:v>0.80495542</c:v>
                </c:pt>
                <c:pt idx="2987">
                  <c:v>0.80495232</c:v>
                </c:pt>
                <c:pt idx="2988">
                  <c:v>0.80494934</c:v>
                </c:pt>
                <c:pt idx="2989">
                  <c:v>0.80494666</c:v>
                </c:pt>
                <c:pt idx="2990">
                  <c:v>0.80494356</c:v>
                </c:pt>
                <c:pt idx="2991">
                  <c:v>0.8049407</c:v>
                </c:pt>
                <c:pt idx="2992">
                  <c:v>0.80493826</c:v>
                </c:pt>
                <c:pt idx="2993">
                  <c:v>0.80493534</c:v>
                </c:pt>
                <c:pt idx="2994">
                  <c:v>0.8049317</c:v>
                </c:pt>
                <c:pt idx="2995">
                  <c:v>0.80492783</c:v>
                </c:pt>
                <c:pt idx="2996">
                  <c:v>0.80492353</c:v>
                </c:pt>
                <c:pt idx="2997">
                  <c:v>0.80491859</c:v>
                </c:pt>
                <c:pt idx="2998">
                  <c:v>0.80491298</c:v>
                </c:pt>
                <c:pt idx="2999">
                  <c:v>0.80490667</c:v>
                </c:pt>
              </c:numCache>
            </c:numRef>
          </c:yVal>
          <c:smooth val="1"/>
          <c:extLst>
            <c:ext xmlns:c16="http://schemas.microsoft.com/office/drawing/2014/chart" uri="{C3380CC4-5D6E-409C-BE32-E72D297353CC}">
              <c16:uniqueId val="{00000000-1B48-A64E-AFAD-26EC07A1F43D}"/>
            </c:ext>
          </c:extLst>
        </c:ser>
        <c:dLbls>
          <c:showLegendKey val="0"/>
          <c:showVal val="0"/>
          <c:showCatName val="0"/>
          <c:showSerName val="0"/>
          <c:showPercent val="0"/>
          <c:showBubbleSize val="0"/>
        </c:dLbls>
        <c:axId val="48650112"/>
        <c:axId val="48672768"/>
      </c:scatterChart>
      <c:valAx>
        <c:axId val="48672768"/>
        <c:scaling>
          <c:orientation val="minMax"/>
          <c:max val="1.35"/>
          <c:min val="0.75"/>
        </c:scaling>
        <c:delete val="0"/>
        <c:axPos val="l"/>
        <c:title>
          <c:tx>
            <c:rich>
              <a:bodyPr/>
              <a:lstStyle/>
              <a:p>
                <a:r>
                  <a:rPr lang="en">
                    <a:latin typeface="Arial"/>
                    <a:ea typeface="Arial"/>
                    <a:cs typeface="Arial"/>
                  </a:rPr>
                  <a:t>Total loss</a:t>
                </a:r>
              </a:p>
            </c:rich>
          </c:tx>
          <c:overlay val="0"/>
        </c:title>
        <c:numFmt formatCode="0.00" sourceLinked="1"/>
        <c:majorTickMark val="none"/>
        <c:minorTickMark val="none"/>
        <c:tickLblPos val="nextTo"/>
        <c:spPr>
          <a:ln w="9525">
            <a:solidFill>
              <a:srgbClr val="D4D4D4"/>
            </a:solidFill>
            <a:prstDash val="solid"/>
          </a:ln>
        </c:spPr>
        <c:txPr>
          <a:bodyPr anchorCtr="1"/>
          <a:lstStyle/>
          <a:p>
            <a:pPr>
              <a:defRPr sz="1425">
                <a:solidFill>
                  <a:srgbClr val="666666"/>
                </a:solidFill>
                <a:latin typeface="Arial"/>
                <a:ea typeface="Arial"/>
                <a:cs typeface="Arial"/>
              </a:defRPr>
            </a:pPr>
            <a:endParaRPr lang="zh-CN"/>
          </a:p>
        </c:txPr>
        <c:crossAx val="48650112"/>
        <c:crosses val="autoZero"/>
        <c:crossBetween val="midCat"/>
        <c:majorUnit val="0.15"/>
      </c:valAx>
      <c:valAx>
        <c:axId val="48650112"/>
        <c:scaling>
          <c:orientation val="minMax"/>
          <c:max val="3000"/>
          <c:min val="0"/>
        </c:scaling>
        <c:delete val="0"/>
        <c:axPos val="b"/>
        <c:title>
          <c:tx>
            <c:rich>
              <a:bodyPr/>
              <a:lstStyle/>
              <a:p>
                <a:r>
                  <a:rPr lang="en">
                    <a:latin typeface="Arial"/>
                    <a:ea typeface="Arial"/>
                    <a:cs typeface="Arial"/>
                  </a:rPr>
                  <a:t>Epoch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425">
                <a:solidFill>
                  <a:srgbClr val="666666"/>
                </a:solidFill>
                <a:latin typeface="Arial"/>
                <a:ea typeface="Arial"/>
                <a:cs typeface="Arial"/>
              </a:defRPr>
            </a:pPr>
            <a:endParaRPr lang="zh-CN"/>
          </a:p>
        </c:txPr>
        <c:crossAx val="48672768"/>
        <c:crosses val="autoZero"/>
        <c:crossBetween val="midCat"/>
        <c:majorUnit val="1000"/>
      </c:valAx>
      <c:spPr>
        <a:solidFill>
          <a:srgbClr val="FFFFFF"/>
        </a:solidFill>
      </c:spPr>
    </c:plotArea>
    <c:plotVisOnly val="1"/>
    <c:dispBlanksAs val="zero"/>
    <c:showDLblsOverMax val="1"/>
  </c:chart>
  <c:spPr>
    <a:solidFill>
      <a:srgbClr val="FFFFFF"/>
    </a:solidFill>
  </c:spPr>
  <c:externalData r:id="rId1">
    <c:autoUpdate val="0"/>
  </c:externalData>
</c:chartSpace>
</file>

<file path=ppt/notesMasters/_rels/notesMaster1.xml.rels>&#65279;<?xml version="1.0" encoding="utf-8"?><Relationships xmlns="http://schemas.openxmlformats.org/package/2006/relationships"><Relationship Type="http://schemas.openxmlformats.org/officeDocument/2006/relationships/theme" Target="/ppt/notesMasters/theme/theme3.xml" Id="Rcb5b10b7a1f3454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自定义 22">
      <a:dk1>
        <a:sysClr val="windowText" lastClr="000000"/>
      </a:dk1>
      <a:lt1>
        <a:sysClr val="window" lastClr="FFFFFF"/>
      </a:lt1>
      <a:dk2>
        <a:srgbClr val="E7E6E6"/>
      </a:dk2>
      <a:lt2>
        <a:srgbClr val="0D4C82"/>
      </a:lt2>
      <a:accent1>
        <a:srgbClr val="023160"/>
      </a:accent1>
      <a:accent2>
        <a:srgbClr val="C00000"/>
      </a:accent2>
      <a:accent3>
        <a:srgbClr val="F2FC70"/>
      </a:accent3>
      <a:accent4>
        <a:srgbClr val="954F72"/>
      </a:accent4>
      <a:accent5>
        <a:srgbClr val="E7E6E6"/>
      </a:accent5>
      <a:accent6>
        <a:srgbClr val="70AD47"/>
      </a:accent6>
      <a:hlink>
        <a:srgbClr val="DEEBF6"/>
      </a:hlink>
      <a:folHlink>
        <a:srgbClr val="7030A0"/>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自定义 2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e716977a84c4fb6" /><Relationship Type="http://schemas.openxmlformats.org/officeDocument/2006/relationships/notesMaster" Target="/ppt/notesMasters/notesMaster1.xml" Id="R7c66da98bcb44d11" /></Relationships>
</file>

<file path=ppt/notesSlides/_rels/notesSlide2.xml.rels>&#65279;<?xml version="1.0" encoding="utf-8"?><Relationships xmlns="http://schemas.openxmlformats.org/package/2006/relationships"><Relationship Type="http://schemas.openxmlformats.org/officeDocument/2006/relationships/slide" Target="/ppt/slides/slide2.xml" Id="Rb4603e8fd86d464b" /><Relationship Type="http://schemas.openxmlformats.org/officeDocument/2006/relationships/notesMaster" Target="/ppt/notesMasters/notesMaster1.xml" Id="R8a4cd3a5ce094e14" /></Relationships>
</file>

<file path=ppt/notesSlides/_rels/notesSlide3.xml.rels>&#65279;<?xml version="1.0" encoding="utf-8"?><Relationships xmlns="http://schemas.openxmlformats.org/package/2006/relationships"><Relationship Type="http://schemas.openxmlformats.org/officeDocument/2006/relationships/slide" Target="/ppt/slides/slide3.xml" Id="Ra46e00b535b64029" /><Relationship Type="http://schemas.openxmlformats.org/officeDocument/2006/relationships/notesMaster" Target="/ppt/notesMasters/notesMaster1.xml" Id="Rabdc434e67d049f2" /></Relationships>
</file>

<file path=ppt/notesSlides/_rels/notesSlide4.xml.rels>&#65279;<?xml version="1.0" encoding="utf-8"?><Relationships xmlns="http://schemas.openxmlformats.org/package/2006/relationships"><Relationship Type="http://schemas.openxmlformats.org/officeDocument/2006/relationships/slide" Target="/ppt/slides/slide4.xml" Id="R576c5585eb734e23" /><Relationship Type="http://schemas.openxmlformats.org/officeDocument/2006/relationships/notesMaster" Target="/ppt/notesMasters/notesMaster1.xml" Id="R3490cdf67c384147" /></Relationships>
</file>

<file path=ppt/notesSlides/_rels/notesSlide5.xml.rels>&#65279;<?xml version="1.0" encoding="utf-8"?><Relationships xmlns="http://schemas.openxmlformats.org/package/2006/relationships"><Relationship Type="http://schemas.openxmlformats.org/officeDocument/2006/relationships/slide" Target="/ppt/slides/slide5.xml" Id="Ra1898467f39d45aa" /><Relationship Type="http://schemas.openxmlformats.org/officeDocument/2006/relationships/notesMaster" Target="/ppt/notesMasters/notesMaster1.xml" Id="R27557d02d08d4ec2" /></Relationships>
</file>

<file path=ppt/notesSlides/_rels/notesSlide6.xml.rels>&#65279;<?xml version="1.0" encoding="utf-8"?><Relationships xmlns="http://schemas.openxmlformats.org/package/2006/relationships"><Relationship Type="http://schemas.openxmlformats.org/officeDocument/2006/relationships/slide" Target="/ppt/slides/slide6.xml" Id="R37f6a6411a7245cf" /><Relationship Type="http://schemas.openxmlformats.org/officeDocument/2006/relationships/notesMaster" Target="/ppt/notesMasters/notesMaster1.xml" Id="R323ff8a9e2d9451b" /></Relationships>
</file>

<file path=ppt/notesSlides/_rels/notesSlide7.xml.rels>&#65279;<?xml version="1.0" encoding="utf-8"?><Relationships xmlns="http://schemas.openxmlformats.org/package/2006/relationships"><Relationship Type="http://schemas.openxmlformats.org/officeDocument/2006/relationships/slide" Target="/ppt/slides/slide7.xml" Id="R044e288d155d4736" /><Relationship Type="http://schemas.openxmlformats.org/officeDocument/2006/relationships/notesMaster" Target="/ppt/notesMasters/notesMaster1.xml" Id="R9d2bc39ace6f4aa4" /></Relationships>
</file>

<file path=ppt/notesSlides/_rels/notesSlide8.xml.rels>&#65279;<?xml version="1.0" encoding="utf-8"?><Relationships xmlns="http://schemas.openxmlformats.org/package/2006/relationships"><Relationship Type="http://schemas.openxmlformats.org/officeDocument/2006/relationships/slide" Target="/ppt/slides/slide8.xml" Id="R865584b2d4c74b0f" /><Relationship Type="http://schemas.openxmlformats.org/officeDocument/2006/relationships/notesMaster" Target="/ppt/notesMasters/notesMaster1.xml" Id="R156f99835a874119" /></Relationships>
</file>

<file path=ppt/notesSlides/_rels/notesSlide9.xml.rels>&#65279;<?xml version="1.0" encoding="utf-8"?><Relationships xmlns="http://schemas.openxmlformats.org/package/2006/relationships"><Relationship Type="http://schemas.openxmlformats.org/officeDocument/2006/relationships/slide" Target="/ppt/slides/slide9.xml" Id="Rf3266e1cd5aa407e" /><Relationship Type="http://schemas.openxmlformats.org/officeDocument/2006/relationships/notesMaster" Target="/ppt/notesMasters/notesMaster1.xml" Id="R2b7487f514f54be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279abdff2c64e21" /><Relationship Type="http://schemas.openxmlformats.org/officeDocument/2006/relationships/notesMaster" Target="/ppt/notesMasters/notesMaster1.xml" Id="Ree1fe6cfd1d7426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36dd5a105f4422a" /><Relationship Type="http://schemas.openxmlformats.org/officeDocument/2006/relationships/notesMaster" Target="/ppt/notesMasters/notesMaster1.xml" Id="R758c98e3445440e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0f7de21e8c541f8" /><Relationship Type="http://schemas.openxmlformats.org/officeDocument/2006/relationships/notesMaster" Target="/ppt/notesMasters/notesMaster1.xml" Id="Rfc1432f9afb64db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f913e6fe64d47bc" /><Relationship Type="http://schemas.openxmlformats.org/officeDocument/2006/relationships/notesMaster" Target="/ppt/notesMasters/notesMaster1.xml" Id="Rc1a2708fe4aa498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ddb4e30ce8e48eb" /><Relationship Type="http://schemas.openxmlformats.org/officeDocument/2006/relationships/notesMaster" Target="/ppt/notesMasters/notesMaster1.xml" Id="R7213c97fefc74bd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c5c2510ed1541eb" /><Relationship Type="http://schemas.openxmlformats.org/officeDocument/2006/relationships/notesMaster" Target="/ppt/notesMasters/notesMaster1.xml" Id="R1a35c0fc4476438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6e0573538654ead" /><Relationship Type="http://schemas.openxmlformats.org/officeDocument/2006/relationships/notesMaster" Target="/ppt/notesMasters/notesMaster1.xml" Id="R4e7d760860a14cc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f73d6049c214656" /><Relationship Type="http://schemas.openxmlformats.org/officeDocument/2006/relationships/notesMaster" Target="/ppt/notesMasters/notesMaster1.xml" Id="R338dff444738424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f330148ab28490b" /><Relationship Type="http://schemas.openxmlformats.org/officeDocument/2006/relationships/notesMaster" Target="/ppt/notesMasters/notesMaster1.xml" Id="R7eb409105ad14ca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5155e0646294dea" /><Relationship Type="http://schemas.openxmlformats.org/officeDocument/2006/relationships/notesMaster" Target="/ppt/notesMasters/notesMaster1.xml" Id="R809fc4e876ae48e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3cc5aacca584382" /><Relationship Type="http://schemas.openxmlformats.org/officeDocument/2006/relationships/notesMaster" Target="/ppt/notesMasters/notesMaster1.xml" Id="R34521ccab445411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bbf97681d6d424e" /><Relationship Type="http://schemas.openxmlformats.org/officeDocument/2006/relationships/notesMaster" Target="/ppt/notesMasters/notesMaster1.xml" Id="R0a3ad70a40144db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b1648e868684ce4" /><Relationship Type="http://schemas.openxmlformats.org/officeDocument/2006/relationships/notesMaster" Target="/ppt/notesMasters/notesMaster1.xml" Id="Rc796c4ab01fd464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d4f524bc2534627" /><Relationship Type="http://schemas.openxmlformats.org/officeDocument/2006/relationships/notesMaster" Target="/ppt/notesMasters/notesMaster1.xml" Id="Rfe86f840b0e94a7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9b600501da8499f" /><Relationship Type="http://schemas.openxmlformats.org/officeDocument/2006/relationships/notesMaster" Target="/ppt/notesMasters/notesMaster1.xml" Id="Rcd66d8c2bd9540a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f8c4d50fb994c9e" /><Relationship Type="http://schemas.openxmlformats.org/officeDocument/2006/relationships/notesMaster" Target="/ppt/notesMasters/notesMaster1.xml" Id="R23a03b2aa8124fd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a17a73f59f74198" /><Relationship Type="http://schemas.openxmlformats.org/officeDocument/2006/relationships/notesMaster" Target="/ppt/notesMasters/notesMaster1.xml" Id="R27ffdf45dc0b454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79247dc4c1046fd" /><Relationship Type="http://schemas.openxmlformats.org/officeDocument/2006/relationships/notesMaster" Target="/ppt/notesMasters/notesMaster1.xml" Id="Reaabd8eec3f64ed1"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We will use one breast cancer section, BC-515, to work through MET-MAP and SIGMA. For each method, we will run the library version and then examine the same calculation written directly in a notebook. The four notebooks already contain their outputs, so we can connect each step of the code to the resulting maps and numerical summaries.</a:t>
            </a:r>
          </a:p>
          <a:p>
            <a:r>
              <a:t/>
            </a:r>
            <a:endParaRPr/>
          </a:p>
          <a:p>
            <a:r>
              <a:t>Course files: README.md, 01_METMAP_library.ipynb, 02_SIGMA_library.ipynb, 03_METMAP_from_scratch.ipynb, 04_SIGMA_from_scratch.ipynb.</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MET-MAP asks which continuous spatial gradients explain the measured metabolic variation. It learns from MSI intensities and spatial coordinates. SIGMA uses a different reference: a pathological interface learned with Tumor and Stroma labels. In this BC-515 run, it also uses the first 32 Harmony dimensions as an RNA target.</a:t>
            </a:r>
          </a:p>
          <a:p>
            <a:r>
              <a:t/>
            </a:r>
            <a:endParaRPr/>
          </a:p>
          <a:p>
            <a:r>
              <a:t>MET-MAP produces learned spatial coordinates. SIGMA produces a region score and distance from its estimated boundary. Each loss measures a different objective, so comparing the two loss values would not tell us which method performs better.</a:t>
            </a:r>
          </a:p>
          <a:p>
            <a:r>
              <a:t/>
            </a:r>
          </a:p>
          <a:p>
            <a:r>
              <a:t>Sources: vendor/MET-MAP/src/multi_gaston/multi_gaston.py, upstream commit 43c9386ffe7d5b2f0f66d64d4820358c3cd8a11c, vendor/SIGMA/src/sigma_spatial/.</a:t>
            </a:r>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This section contains 3,508 spots and 2,086 measured MSI features. Most spots are annotated as Stroma, with 724 Tumor spots and 77 unlabelled spots. We keep all of them in the analysis.</a:t>
            </a:r>
          </a:p>
          <a:p>
            <a:r>
              <a:t/>
            </a:r>
            <a:endParaRPr/>
          </a:p>
          <a:p>
            <a:r>
              <a:t>For SIGMA, the unlabelled spots still contribute to the graph and reconstruction terms. Only the labelled spots contribute to the supervised classification loss. For MET-MAP, the annotations enter only the interpretation of the maps after fitting.</a:t>
            </a:r>
          </a:p>
          <a:p>
            <a:r>
              <a:t/>
            </a:r>
          </a:p>
          <a:p>
            <a:r>
              <a:t>Sources: data/BC_515_Section_1.h5ad, 01_METMAP_library.ipynb, 02_SIGMA_library.ipynb.</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The notebooks form two pairs: 01 and 03 for MET-MAP, and 02 and 04 for SIGMA. Each pair uses the same inputs and settings, with comparison cells at the end to check that the calculations agree.</a:t>
            </a:r>
          </a:p>
          <a:p>
            <a:r>
              <a:t/>
            </a:r>
          </a:p>
          <a:p>
            <a:r>
              <a:t>The MET-MAP library notebook imports a fixed upstream source version. The SIGMA library notebook imports the bundled version that follows the original BC-515 workflow. In the two scratch notebooks, the model and analysis steps are defined in the cells, so we can inspect how the outputs are calculated.</a:t>
            </a:r>
          </a:p>
          <a:p>
            <a:r>
              <a:t/>
            </a:r>
          </a:p>
          <a:p>
            <a:r>
              <a:t>Sources: README.md, vendor/SIGMA/ORIGINAL_COMPATIBILITY.md.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Run these commands from the downloaded repository folder. Use Python 3.11 and install the versions listed in requirements.txt. Download BC_515_Section_1.h5ad from the repository's bc515-data-v1 release and place it in data/. If you already have a copy elsewhere, BC515_DATA can point to that file.</a:t>
            </a:r>
          </a:p>
          <a:p>
            <a:r>
              <a:t/>
            </a:r>
          </a:p>
          <a:p>
            <a:r>
              <a:t>Run check_setup.py before opening JupyterLab. Then open a notebook, restart its kernel and run all cells in order. The notebooks use the libraries in vendor/ and run on the CPU. No GPU is needed.</a:t>
            </a:r>
          </a:p>
          <a:p>
            <a:r>
              <a:t/>
            </a:r>
          </a:p>
          <a:p>
            <a:r>
              <a:t>Sources: README.md, DATA.md, requirements.txt. Data release: https://github.com/Elsa-bingxue/METMAP-SIGMA-Tutorials/releases/tag/bc515-data-v1.</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The MSI matrix is stored in adata.uns["msi"]. This matters because adata.X contains RNA expression, and using it would change the analysis entirely. The m/z values, spatial coordinates and annotations must retain the same spot and feature ordering as the intensity matrix.</a:t>
            </a:r>
          </a:p>
          <a:p>
            <a:r>
              <a:t/>
            </a:r>
            <a:endParaRPr/>
          </a:p>
          <a:p>
            <a:r>
              <a:t>SIGMA also takes the first 32 columns of X_harmony as its RNA target. That representation is already present in the course file. We do not recompute Harmony here. Run the notebook's setup cells first so that its imports and repository path are defined.</a:t>
            </a:r>
          </a:p>
          <a:p>
            <a:r>
              <a:t/>
            </a:r>
          </a:p>
          <a:p>
            <a:r>
              <a:t>Sources: 01_METMAP_library.ipynb, 02_SIGMA_library.ipynb.</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The encoder takes two spatial coordinates through hidden layers of 120 units each and returns three isodepth values. A linear decoder then uses those three values to reconstruct all 2,086 MSI features. This makes the spatial representation small enough to inspect while allowing each feature to have its own decoder weights.</a:t>
            </a:r>
          </a:p>
          <a:p>
            <a:r>
              <a:t/>
            </a:r>
            <a:endParaRPr/>
          </a:p>
          <a:p>
            <a:r>
              <a:t>We chose K = 3 for this BC-515 example. The axes can change sign, order and scale, so their biological interpretation requires evidence beyond the fitted maps. The original paper describes the liver and intestine experiments and their parameter searches. Here we apply one fixed configuration to BC-515.</a:t>
            </a:r>
          </a:p>
          <a:p>
            <a:r>
              <a:t/>
            </a:r>
          </a:p>
          <a:p>
            <a:r>
              <a:t>Sources: vendor/MET-MAP/src/multi_gaston/multi_gaston.py, upstream commit 43c9386ffe7d5b2f0f66d64d4820358c3cd8a11c, Samarah et al., Nature 648, 182–190 (2025), https://doi.org/10.1038/s41586-025-09616-5.</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We first adjust each spot by the sum of its measured MSI features and then apply log1p. This row sum approximates total ion count. Instrument TIC is not available in the course file. StandardScaler then standardizes each logged feature and each coordinate axis separately, and the arrays become float32 tensors.</a:t>
            </a:r>
          </a:p>
          <a:p>
            <a:r>
              <a:t/>
            </a:r>
            <a:endParaRPr/>
          </a:p>
          <a:p>
            <a:r>
              <a:t>The objective combines mean squared reconstruction error with an L1 penalty on the decoder weights. The decoder bias remains unpenalized. Training uses MSI and coordinates, without label, boundary or orthogonality terms. The preprocessing sets the scale of the reconstruction error.</a:t>
            </a:r>
          </a:p>
          <a:p>
            <a:r>
              <a:t/>
            </a:r>
          </a:p>
          <a:p>
            <a:r>
              <a:t>Sources: vendor/MET-MAP/src/multi_gaston/data_processing.py, vendor/MET-MAP/src/multi_gaston/multi_gaston.py, upstream commit 43c9386ffe7d5b2f0f66d64d4820358c3cd8a11c.</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For execution, use the source-path cell in Notebook 01, which imports from vendor/MET-MAP/src. The notebook also sets CPU execution and the thread configuration before this training call.</a:t>
            </a:r>
          </a:p>
          <a:p>
            <a:r>
              <a:t/>
            </a:r>
            <a:endParaRPr/>
          </a:p>
          <a:p>
            <a:r>
              <a:t>Training uses all spots in each update, with seed 0 and 3,000 epochs. Keep loss_threshold = -1.0: this avoids an early-stopping branch in the pinned source that refers to an undefined corr_loss. The linear scheduler reaches its target factor of 0.05 at 12,000 steps, so this 3,000-epoch run uses only the first part of that schedule.</a:t>
            </a:r>
          </a:p>
          <a:p>
            <a:r>
              <a:t/>
            </a:r>
          </a:p>
          <a:p>
            <a:r>
              <a:t>Sources: 01_METMAP_library.ipynb, vendor/MET-MAP/src/multi_gaston/multi_gaston.py, upstream commit 43c9386ffe7d5b2f0f66d64d4820358c3cd8a11c.</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Each iteration clears the gradients, reconstructs MSI from the spatial coordinates and adds the decoder's L1 penalty to the mean squared error. Backpropagation computes the gradients, Adam updates the parameters, and the scheduler changes the learning rate for the next step.</a:t>
            </a:r>
          </a:p>
          <a:p>
            <a:r>
              <a:t/>
            </a:r>
            <a:endParaRPr/>
          </a:p>
          <a:p>
            <a:r>
              <a:t>Here, expression_function[0] is the linear decoder. Notebook 03 also defines the encoder, decoder and optimizer. Matching the library requires the same layer initialization and order of operations, including when losses are recorded. With those details aligned, the two saved runs give identical numerical outputs in the recorded environment.</a:t>
            </a:r>
          </a:p>
          <a:p>
            <a:r>
              <a:t/>
            </a:r>
          </a:p>
          <a:p>
            <a:r>
              <a:t>Sources: 03_METMAP_from_scratch.ipynb, vendor/MET-MAP/src/multi_gaston/multi_gaston.py, reference/implementation_parity.csv.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The total training loss falls from 1.294701 to 0.804907 over 3,000 steps. The final reconstruction MSE is 0.796654. The total loss includes the L1 penalty and records the value before the parameter update. The final MSE measures reconstruction after the last update and excludes the penalty.</a:t>
            </a:r>
          </a:p>
          <a:p>
            <a:r>
              <a:t/>
            </a:r>
            <a:endParaRPr/>
          </a:p>
          <a:p>
            <a:r>
              <a:t>The trace shows how optimization progressed on the training section. It does not tell us how well the model would reconstruct an independent section, because this run has no held-out evaluation.</a:t>
            </a:r>
          </a:p>
          <a:p>
            <a:r>
              <a:t/>
            </a:r>
          </a:p>
          <a:p>
            <a:r>
              <a:t>Source: 01_METMAP_library.ipynb, saved training and reconstruction outputs.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Each map shows one of the three learned isodepths across all 3,508 spots. The colors are scaled from 0 to 1 separately for display, and the spatial y-axis increases downward, as it does in the notebook figures. The library and scratch runs produce identical saved isodepth arrays.</a:t>
            </a:r>
          </a:p>
          <a:p>
            <a:r>
              <a:t/>
            </a:r>
            <a:endParaRPr/>
          </a:p>
          <a:p>
            <a:r>
              <a:t>An isodepth locates a spot in the learned representation of MSI variation. We can compare its spatial pattern with tissue annotations. The sign, order and scale of the axes remain arbitrary, and interpreting an axis as distance from the tumor boundary would require a separate calculation.</a:t>
            </a:r>
          </a:p>
          <a:p>
            <a:r>
              <a:t/>
            </a:r>
          </a:p>
          <a:p>
            <a:r>
              <a:t>Sources: 01_METMAP_library.ipynb, reference/implementation_parity.csv.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These features have high reconstruction R² within the training section. For m/z 293.0480, R² is 0.887339, meaning that its spatial variation is well represented by the fitted model. The ranking retains negative R² values for features that are poorly reconstructed.</a:t>
            </a:r>
          </a:p>
          <a:p>
            <a:r>
              <a:t/>
            </a:r>
            <a:endParaRPr/>
          </a:p>
          <a:p>
            <a:r>
              <a:t>The ranking also includes each absolute decoder weight multiplied by the standard deviation of its isodepth. This accounts for the scale of the learned axis when describing its contribution to a feature. Chemical identification and biological interpretation require evidence beyond the reconstruction fit.</a:t>
            </a:r>
          </a:p>
          <a:p>
            <a:r>
              <a:t/>
            </a:r>
          </a:p>
          <a:p>
            <a:r>
              <a:t>Source: 01_METMAP_library.ipynb, saved feature ranking and reconstructed metabolite maps.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SIGMA reads the MSI intensities from adata.uns['msi']. After log1p and robust scaling, it reduces the 2,086 features to 64 SVD components and standardizes them. The spatial graph connects each spot to its 15 nearest neighbors. The median positive neighbor distance sets the Gaussian bandwidth.</a:t>
            </a:r>
          </a:p>
          <a:p>
            <a:r>
              <a:t/>
            </a:r>
            <a:endParaRPr/>
          </a:p>
          <a:p>
            <a:r>
              <a:t>The RNA target uses the first 32 Harmony dimensions already stored in the data file. Tumor and Stroma labels provide 3,431 supervised anchors, with a positive-class weight of 2707/724. The 77 unlabelled spots still contribute to graph calculations and reconstruction. The notebooks start from the supplied Harmony representation.</a:t>
            </a:r>
          </a:p>
          <a:p>
            <a:r>
              <a:t/>
            </a:r>
          </a:p>
          <a:p>
            <a:r>
              <a:t>Sources: 02_SIGMA_library.ipynb, vendor/SIGMA/src/sigma_spatial/.</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At each diffusion step, a spot takes 90% of its weighted neighbor average and 10% of its original MSI embedding. After ten steps, G contains the smoothed representation. Subtracting G from E gives the residual R that the network will predict.</a:t>
            </a:r>
          </a:p>
          <a:p>
            <a:r>
              <a:t/>
            </a:r>
            <a:endParaRPr/>
          </a:p>
          <a:p>
            <a:r>
              <a:t>This averaging step divides by the sum of outgoing edge weights. The network uses a different normalization, which we will examine next. The code also propagates the label anchors through a separate clamped field for 50 steps. It exports that field as a reference. The classification head receives supervision through the anchor loss.</a:t>
            </a:r>
          </a:p>
          <a:p>
            <a:r>
              <a:t/>
            </a:r>
          </a:p>
          <a:p>
            <a:r>
              <a:t>Sources: 04_SIGMA_from_scratch.ipynb, vendor/SIGMA/src/sigma_spatial/graph.py, vendor/SIGMA/src/sigma_spatial/pipeline.py.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The network takes G as input. Each block subtracts a low-pass graph output before applying the linear layer, LayerNorm, ReLU and dropout. The shared representation feeds heads for the MSI residual, RNA target and region logit.</a:t>
            </a:r>
          </a:p>
          <a:p>
            <a:r>
              <a:t/>
            </a:r>
            <a:endParaRPr/>
          </a:p>
          <a:p>
            <a:r>
              <a:t>The loss combines residual SmoothL1 with weighted binary cross-entropy on the labelled spots and RNA mean squared error. The last two terms each have weight 0.05. Training uses Adam for 1,000 epochs.</a:t>
            </a:r>
          </a:p>
          <a:p>
            <a:r>
              <a:t/>
            </a:r>
          </a:p>
          <a:p>
            <a:r>
              <a:t>GraphLowPass uses PyTorch Geometric source-to-target propagation. It adds self-loops with weight 1 and uses incoming edge counts in its normalization. Substituting a weighted-degree normalization would change the model's calculations.</a:t>
            </a:r>
          </a:p>
          <a:p>
            <a:r>
              <a:t/>
            </a:r>
          </a:p>
          <a:p>
            <a:r>
              <a:t>Sources: 04_SIGMA_from_scratch.ipynb, vendor/SIGMA/src/sigma_spatial/model.py, vendor/SIGMA/src/sigma_spatial/graph.py.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The source-path cell loads SIGMA from vendor/SIGMA/src. The version check should return 0.3.1+bc515.original. The fit call then specifies the annotation labels, RNA target and training settings used for BC-515.</a:t>
            </a:r>
          </a:p>
          <a:p>
            <a:r>
              <a:t/>
            </a:r>
          </a:p>
          <a:p>
            <a:r>
              <a:t>Several small implementation choices matter for reproducing this run. The RNA output head initializes first. Diffusion divides before multiplying, the class weight keeps its original dtype, and the output score uses NumPy's sigmoid calculation. The downstream analysis works from raw MSI intensities. Notebook 04 writes these same operations directly in its cells.</a:t>
            </a:r>
          </a:p>
          <a:p>
            <a:r>
              <a:t/>
            </a:r>
          </a:p>
          <a:p>
            <a:r>
              <a:t>Sources: 02_SIGMA_library.ipynb, vendor/SIGMA/ORIGINAL_COMPATIBILITY.md, ORIGINAL_PROTOCOL.md.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The sigmoid output is rescaled from 0 to 1 within this section. A score of at least 0.5 assigns a spot to the inside. These scores depend on the section and have no probability calibration.</a:t>
            </a:r>
          </a:p>
          <a:p>
            <a:r>
              <a:t/>
            </a:r>
            <a:endParaRPr/>
          </a:p>
          <a:p>
            <a:r>
              <a:t>For the legacy boundary rule, a spot needs both same-side and opposite-side spots among its ten neighbors. We then measure Euclidean distance to the nearest boundary spot, assign a negative sign inside and a positive sign outside, and set boundary spots to zero. The distance uses the input coordinate units. A physical interpretation in micrometres would require a verified coordinate conversion.</a:t>
            </a:r>
          </a:p>
          <a:p>
            <a:r>
              <a:t/>
            </a:r>
          </a:p>
          <a:p>
            <a:r>
              <a:t>Sources: 02_SIGMA_library.ipynb, 04_SIGMA_from_scratch.ipynb.</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With seed 0 and 1,000 epochs on CPU, this run gives 751 inside spots and 838 boundary spots. The training loss falls from 0.425294 to 0.155556. The maps show where the resulting region split places the interface.</a:t>
            </a:r>
          </a:p>
          <a:p>
            <a:r>
              <a:t/>
            </a:r>
            <a:endParaRPr/>
          </a:p>
          <a:p>
            <a:r>
              <a:t>An earlier saved original notebook contains 752 inside spots and 834 boundary spots, without a complete runtime record. For the comparison in this course, both SIGMA implementations agree with the original code when all three run in the same environment.</a:t>
            </a:r>
            <a:endParaRPr/>
          </a:p>
          <a:p>
            <a:r>
              <a:t/>
            </a:r>
            <a:endParaRPr/>
          </a:p>
          <a:p>
            <a:r>
              <a:t>Sources: 02_SIGMA_library.ipynb, reference/sigma_library_summary.json, reference/original_protocol_comparison.csv.</a:t>
            </a:r>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For each of the 2,000 most variable MSI features, fit log1p(I minus its minimum) against absolute distance using Huber regression. A negative slope gives the decay length, lambda = -1/slope. Keep fits with at least 300 observations, R² of at least 0.05 and near-to-far enrichment of at least 1.05. The near and far cutoffs use the 20th and 80th distance percentiles. Remove lambda values above the 99th percentile, then rank by R² and enrichment.</a:t>
            </a:r>
          </a:p>
          <a:p>
            <a:r>
              <a:t/>
            </a:r>
          </a:p>
          <a:p>
            <a:r>
              <a:t>For the leading 300 features, calculate anisotropy across eight sectors and build profiles in 40 signed-distance bins between the 2nd and 98th percentiles. A bin needs five spots, and a profile needs 80% of its bins defined. Interpolate missing bins, z-score each profile and apply Ward clustering with four groups.</a:t>
            </a:r>
          </a:p>
          <a:p>
            <a:r>
              <a:t/>
            </a:r>
          </a:p>
          <a:p>
            <a:r>
              <a:t>Within each group, trim lambda above its 90th percentile when candidates remain, then choose the representative by R² and enrichment.</a:t>
            </a:r>
          </a:p>
          <a:p>
            <a:r>
              <a:t/>
            </a:r>
          </a:p>
          <a:p>
            <a:r>
              <a:t>Sources: 02_SIGMA_library.ipynb, 04_SIGMA_from_scratch.ipynb, ORIGINAL_PROTOCOL.md.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The four columns show one representative from each metabolic program: m/z 817.534520, 818.540767, 887.561462 and 328.057840. The maps show normalized raw intensity. The profiles below use absolute distance in the input coordinate units, grouped into 30 quantile bins.</a:t>
            </a:r>
          </a:p>
          <a:p>
            <a:r>
              <a:t/>
            </a:r>
          </a:p>
          <a:p>
            <a:r>
              <a:t>Lambda and R² come from the log1p decay fit on raw intensity. To draw the dashed trend, the original plotting code keeps that fitted slope and recalculates the intercept using normalized intensity. This display adjustment leaves the reported decay length unchanged.</a:t>
            </a:r>
          </a:p>
          <a:p>
            <a:r>
              <a:t/>
            </a:r>
          </a:p>
          <a:p>
            <a:r>
              <a:t>The clustering step uses a separate set of 40 signed-distance bins, which preserves the distinction between the two sides of the interface. The absolute-distance plots here summarize how intensity changes with distance from the interface.</a:t>
            </a:r>
          </a:p>
          <a:p>
            <a:r>
              <a:t/>
            </a:r>
          </a:p>
          <a:p>
            <a:r>
              <a:t>Sources: 02_SIGMA_library.ipynb, ORIGINAL_PROTOCOL.md, SLIDE_NOTES.md.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The subtraction x - self.lowpass(x, edge_index, edge_weight) is the high-pass calculation. The block then applies a linear layer, LayerNorm, ReLU and dropout. Notebook 04 defines GraphLowPass immediately before this class, so the full graph operation is available to inspect.</a:t>
            </a:r>
          </a:p>
          <a:p>
            <a:r>
              <a:t/>
            </a:r>
            <a:endParaRPr/>
          </a:p>
          <a:p>
            <a:r>
              <a:t>When implementing it, keep the two normalizations separate. Preprocessing diffusion divides by weighted outgoing degree. The network layer uses incoming edge counts and adds self-loops with weight 1. Matching these operations is necessary to reproduce the library output.</a:t>
            </a:r>
          </a:p>
          <a:p>
            <a:r>
              <a:t/>
            </a:r>
          </a:p>
          <a:p>
            <a:r>
              <a:t>Sources: 04_SIGMA_from_scratch.ipynb, vendor/SIGMA/src/sigma_spatial/model.py, vendor/SIGMA/src/sigma_spatial/graph.py.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The two MET-MAP notebooks agree in 15 comparisons, and the two SIGMA notebooks agree in 21. Both SIGMA implementations also agree with a separate execution of the original code in 62 comparisons. Every recorded maximum absolute difference is zero.</a:t>
            </a:r>
          </a:p>
          <a:p>
            <a:r>
              <a:t/>
            </a:r>
          </a:p>
          <a:p>
            <a:r>
              <a:t>The checks cover training losses and model outputs, including the boundary masks and signed distances. They also compare the decay rankings, profile matrices, program assignments, module scores and representative features. The agreement applies to the recorded input and runtime. Repeating the comparison on another platform requires checking its results again.</a:t>
            </a:r>
          </a:p>
          <a:p>
            <a:r>
              <a:t/>
            </a:r>
          </a:p>
          <a:p>
            <a:r>
              <a:t>Sources: reference/verification.json, reference/implementation_parity.csv, reference/original_protocol_comparison.csv.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Run these commands from the repository folder. The execution script starts each notebook in a fresh kernel and saves the outputs back into the notebook. It also writes results under results/.</a:t>
            </a:r>
          </a:p>
          <a:p>
            <a:r>
              <a:t/>
            </a:r>
          </a:p>
          <a:p>
            <a:r>
              <a:t>Run both notebooks for a method before checking their final comparison cells. Those cells load the paired outputs and report any differences. Keep a copy of the downloaded notebooks if you want to retain the supplied figures alongside your own run.</a:t>
            </a:r>
          </a:p>
          <a:p>
            <a:r>
              <a:t/>
            </a:r>
          </a:p>
          <a:p>
            <a:r>
              <a:t>Sources: execute_notebook.py, README.md.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For a missing input, download the H5AD file from the repository's BC-515 data release and place it in data/. Running python check_setup.py checks the file checksum and dependencies.</a:t>
            </a:r>
          </a:p>
          <a:p>
            <a:r>
              <a:t/>
            </a:r>
            <a:endParaRPr/>
          </a:p>
          <a:p>
            <a:r>
              <a:t>If SIGMA reports an unexpected version, restart the kernel before rerunning the source-path cell. Python keeps imported modules in memory, so changing the path alone may leave the previous import active. For the pinned MET-MAP source, keep loss_threshold=-1.0 to bypass the branch that references corr_loss.</a:t>
            </a:r>
          </a:p>
          <a:p>
            <a:r>
              <a:t/>
            </a:r>
          </a:p>
          <a:p>
            <a:r>
              <a:t>If paired results differ, compare the input checksum, spot order and package versions, then rerun both notebooks with identical settings. SIGMA also needs a valid split and boundary before it can calculate signed distance. Check the score range if no boundary appears.</a:t>
            </a:r>
          </a:p>
          <a:p>
            <a:r>
              <a:t/>
            </a:r>
          </a:p>
          <a:p>
            <a:r>
              <a:t>Sources: DATA.md, check_setup.py, README.md, 01_METMAP_library.ipynb, 02_SIGMA_library.ipynb.</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The MET-MAP example applies a fixed model configuration to BC-515. The SIGMA example follows the original BC-515 training, decay-fit and metabolic-program workflow. In each case, the library and notebook implementations agree for this input and environment.</a:t>
            </a:r>
          </a:p>
          <a:p>
            <a:r>
              <a:t/>
            </a:r>
          </a:p>
          <a:p>
            <a:r>
              <a:t>Biological interpretation needs evidence beyond these computational checks. Training fit and agreement with the supplied labels leave performance on independent sections untested. Chemical identification also requires more than an m/z value. The MET-MAP paper and both source repositories provide the background for further work.</a:t>
            </a:r>
          </a:p>
          <a:p>
            <a:r>
              <a:t/>
            </a:r>
          </a:p>
          <a:p>
            <a:r>
              <a:t>References: Samarah et al., Nature 648, 182–190 (2025), https://doi.org/10.1038/s41586-025-09616-5. https://github.com/raphael-group/MET-MAP. https://github.com/Elsa-bingxue/SIGMA.</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marL="0" marR="0" lvl="0" indent="0" algn="l" defTabSz="914400">
              <a:lnSpc>
                <a:spcPct val="100000"/>
              </a:lnSpc>
              <a:spcBef>
                <a:spcPts val="0"/>
              </a:spcBef>
              <a:spcAft>
                <a:spcPts val="0"/>
              </a:spcAft>
              <a:buClrTx/>
              <a:buSzTx/>
              <a:buFontTx/>
              <a:buNone/>
            </a:pPr>
            <a:r>
              <a:rPr b="1"/>
              <a:t>How does changing K affect the MET-MAP gradients? For SIGMA, what changes when we remove the RNA loss? Both are useful exercises after reproducing the supplied settings.</a:t>
            </a:r>
            <a:endParaRPr/>
          </a:p>
          <a:p>
            <a:r>
              <a:t/>
            </a:r>
            <a:endParaRPr/>
          </a:p>
          <a:p>
            <a:r>
              <a:t>For a biological follow-up, what evidence would identify a representative MSI feature and show that its spatial pattern recurs in another section?</a:t>
            </a:r>
          </a:p>
          <a:p>
            <a:r>
              <a:t/>
            </a:r>
          </a:p>
          <a:p>
            <a:r>
              <a:t>Sources: 01_METMAP_library.ipynb, 02_SIGMA_library.ipynb.</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eb1350b864348a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8deb210fa3542f8" /><Relationship Type="http://schemas.openxmlformats.org/officeDocument/2006/relationships/image" Target="/ppt/media/image.jpeg" Id="R5986239b9d9040c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7486ec91631427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c00ec43bb48431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5a4d6f7c13548d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5c68396e77a434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9d1759e058b74557"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698c0c50c404627"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4c47d258a1e9481c"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30f7fffead6f4076"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f6475bc25cbb48c5"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f51049b6b5a84d04" /><Relationship Type="http://schemas.openxmlformats.org/officeDocument/2006/relationships/image" Target="/ppt/media/image.jpeg" Id="Re55b5b8da6214193" /></Relationships>
</file>

<file path=ppt/slideLayouts/slideLayout1.xml><?xml version="1.0" encoding="utf-8"?>
<p:sldLayout xmlns:p="http://schemas.openxmlformats.org/presentationml/2006/main" type="title" preserve="1">
  <p:cSld name="标题幻灯片">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506DF14-CA82-4C9B-B371-1418488725EC}"/>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单击此处编辑母版标题样式</a:t>
            </a:r>
          </a:p>
        </p:txBody>
      </p:sp>
      <p:sp>
        <p:nvSpPr>
          <p:cNvPr id="3" name="Subtitle 2">
            <a:extLst xmlns:a="http://schemas.openxmlformats.org/drawingml/2006/main">
              <a:ext uri="{FF2B5EF4-FFF2-40B4-BE49-F238E27FC236}">
                <a16:creationId xmlns:a16="http://schemas.microsoft.com/office/drawing/2014/main" id="{94545D63-0B7D-4D8B-88D4-1BC80DA1FA63}"/>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单击此处编辑母版副标题样式</a:t>
            </a:r>
          </a:p>
        </p:txBody>
      </p:sp>
      <p:sp>
        <p:nvSpPr>
          <p:cNvPr id="4" name="Date Placeholder 3">
            <a:extLst xmlns:a="http://schemas.openxmlformats.org/drawingml/2006/main">
              <a:ext uri="{FF2B5EF4-FFF2-40B4-BE49-F238E27FC236}">
                <a16:creationId xmlns:a16="http://schemas.microsoft.com/office/drawing/2014/main" id="{76AE5874-7C6C-4910-9B7E-3D8750A4408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5C0F62DB-BEAF-444B-9408-398ED041160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7EC2F7F-9B7F-43C0-BCAE-9CC43149E89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7AA5570-5C36-4F12-A1EB-4155A99A1666}" type="slidenum">
              <a:t>‹#›</a:t>
            </a:fld>
            <a:endParaRPr/>
          </a:p>
        </p:txBody>
      </p:sp>
      <p:sp>
        <p:nvSpPr>
          <p:cNvPr id="7" name="直接连接符 11">
            <a:extLst xmlns:a="http://schemas.openxmlformats.org/drawingml/2006/main">
              <a:ext uri="{FF2B5EF4-FFF2-40B4-BE49-F238E27FC236}">
                <a16:creationId xmlns:a16="http://schemas.microsoft.com/office/drawing/2014/main" id="{AB378C5A-860F-4A98-8533-EB064F9CAF81}"/>
              </a:ext>
            </a:extLst>
          </p:cNvPr>
          <p:cNvSpPr>
            <a:spLocks xmlns:a="http://schemas.openxmlformats.org/drawingml/2006/main" noGrp="1"/>
          </p:cNvSpPr>
          <p:nvPr/>
        </p:nvSpPr>
        <p:spPr>
          <a:xfrm xmlns:a="http://schemas.openxmlformats.org/drawingml/2006/main">
            <a:off x="838200" y="753086"/>
            <a:ext cx="10388600" cy="0"/>
          </a:xfrm>
          <a:prstGeom xmlns:a="http://schemas.openxmlformats.org/drawingml/2006/main" prst="line">
            <a:avLst/>
          </a:prstGeom>
          <a:ln xmlns:a="http://schemas.openxmlformats.org/drawingml/2006/main" w="19050">
            <a:solidFill>
              <a:schemeClr val="bg2">
                <a:lumMod val="7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2.xml><?xml version="1.0" encoding="utf-8"?>
<p:sldLayout xmlns:p="http://schemas.openxmlformats.org/presentationml/2006/main" type="obj" preserve="1">
  <p:cSld name="标题和内容">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9CC7EF0-3EDA-4E5F-8DA8-06C112331BD1}"/>
              </a:ext>
            </a:extLst>
          </p:cNvPr>
          <p:cNvSpPr>
            <a:spLocks xmlns:a="http://schemas.openxmlformats.org/drawingml/2006/main" noGrp="1"/>
          </p:cNvSpPr>
          <p:nvPr>
            <p:ph type="title" idx="0"/>
          </p:nvPr>
        </p:nvSpPr>
        <p:spPr>
          <a:xfrm xmlns:a="http://schemas.openxmlformats.org/drawingml/2006/main">
            <a:off x="-212725" y="2302510"/>
            <a:ext cx="10515600" cy="1325563"/>
          </a:xfrm>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Content Placeholder 2">
            <a:extLst xmlns:a="http://schemas.openxmlformats.org/drawingml/2006/main">
              <a:ext uri="{FF2B5EF4-FFF2-40B4-BE49-F238E27FC236}">
                <a16:creationId xmlns:a16="http://schemas.microsoft.com/office/drawing/2014/main" id="{F1962E32-95F1-4994-B790-90EBDAE0B18A}"/>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Date Placeholder 3">
            <a:extLst xmlns:a="http://schemas.openxmlformats.org/drawingml/2006/main">
              <a:ext uri="{FF2B5EF4-FFF2-40B4-BE49-F238E27FC236}">
                <a16:creationId xmlns:a16="http://schemas.microsoft.com/office/drawing/2014/main" id="{762BAD3E-5F12-43C1-91CD-8BE07F085E2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2E20E61C-5CB8-4CBC-BB00-5BD2DD123E0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31F8DFB-454F-4F49-8916-81E7B098A81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7AA5570-5C36-4F12-A1EB-4155A99A1666}" type="slidenum">
              <a:t>‹#›</a:t>
            </a:fld>
            <a:endParaRPr/>
          </a:p>
        </p:txBody>
      </p:sp>
      <p:pic>
        <p:nvPicPr>
          <p:cNvPr id="13" name="图片 6"/>
          <p:cNvPicPr>
            <a:picLocks xmlns:a="http://schemas.openxmlformats.org/drawingml/2006/main" noChangeAspect="1"/>
          </p:cNvPicPr>
          <p:nvPr/>
        </p:nvPicPr>
        <p:blipFill>
          <a:blip xmlns:r="http://schemas.openxmlformats.org/officeDocument/2006/relationships" xmlns:a="http://schemas.openxmlformats.org/drawingml/2006/main" r:embed="R5986239b9d9040cf"/>
          <a:stretch xmlns:a="http://schemas.openxmlformats.org/drawingml/2006/main">
            <a:fillRect l="0" t="0" r="0" b="0"/>
          </a:stretch>
        </p:blipFill>
        <p:spPr>
          <a:xfrm xmlns:a="http://schemas.openxmlformats.org/drawingml/2006/main">
            <a:off x="7964557" y="190800"/>
            <a:ext cx="4227443" cy="700923"/>
          </a:xfrm>
          <a:prstGeom xmlns:a="http://schemas.openxmlformats.org/drawingml/2006/main" prst="rect">
            <a:avLst/>
          </a:prstGeom>
        </p:spPr>
      </p:pic>
    </p:spTree>
  </p:cSld>
</p:sldLayout>
</file>

<file path=ppt/slideLayouts/slideLayout3.xml><?xml version="1.0" encoding="utf-8"?>
<p:sldLayout xmlns:p="http://schemas.openxmlformats.org/presentationml/2006/main" type="secHead" preserve="1">
  <p:cSld name="节标题">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FC85F5B-BFD4-4F94-A2D0-8D05AE2322A5}"/>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单击此处编辑母版标题样式</a:t>
            </a:r>
          </a:p>
        </p:txBody>
      </p:sp>
      <p:sp>
        <p:nvSpPr>
          <p:cNvPr id="3" name="Text Placeholder 2">
            <a:extLst xmlns:a="http://schemas.openxmlformats.org/drawingml/2006/main">
              <a:ext uri="{FF2B5EF4-FFF2-40B4-BE49-F238E27FC236}">
                <a16:creationId xmlns:a16="http://schemas.microsoft.com/office/drawing/2014/main" id="{CC327D17-5DB9-44C8-96FD-95326B255DE6}"/>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单击此处编辑母版文本样式</a:t>
            </a:r>
          </a:p>
        </p:txBody>
      </p:sp>
      <p:sp>
        <p:nvSpPr>
          <p:cNvPr id="4" name="Date Placeholder 3">
            <a:extLst xmlns:a="http://schemas.openxmlformats.org/drawingml/2006/main">
              <a:ext uri="{FF2B5EF4-FFF2-40B4-BE49-F238E27FC236}">
                <a16:creationId xmlns:a16="http://schemas.microsoft.com/office/drawing/2014/main" id="{B8ACC54F-BAD3-4804-966E-07C31BCF739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E7C21541-7A40-439E-BFD6-5F66526C975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88806F4-B9FA-4DB7-AFF2-E96A01319E7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7AA5570-5C36-4F12-A1EB-4155A99A1666}" type="slidenum">
              <a:t>‹#›</a:t>
            </a:fld>
            <a:endParaRPr/>
          </a:p>
        </p:txBody>
      </p:sp>
    </p:spTree>
  </p:cSld>
</p:sldLayout>
</file>

<file path=ppt/slideLayouts/slideLayout4.xml><?xml version="1.0" encoding="utf-8"?>
<p:sldLayout xmlns:p="http://schemas.openxmlformats.org/presentationml/2006/main" type="twoObj" preserve="1">
  <p:cSld name="两栏内容">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BFDE7CC-693A-46F4-A1E5-67138F5341B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Content Placeholder 2">
            <a:extLst xmlns:a="http://schemas.openxmlformats.org/drawingml/2006/main">
              <a:ext uri="{FF2B5EF4-FFF2-40B4-BE49-F238E27FC236}">
                <a16:creationId xmlns:a16="http://schemas.microsoft.com/office/drawing/2014/main" id="{AFF5024F-83B1-48F6-8DF2-065982A6EABF}"/>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Content Placeholder 3">
            <a:extLst xmlns:a="http://schemas.openxmlformats.org/drawingml/2006/main">
              <a:ext uri="{FF2B5EF4-FFF2-40B4-BE49-F238E27FC236}">
                <a16:creationId xmlns:a16="http://schemas.microsoft.com/office/drawing/2014/main" id="{98F29B84-E287-4704-A2F9-9A082770BE7F}"/>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5" name="Date Placeholder 4">
            <a:extLst xmlns:a="http://schemas.openxmlformats.org/drawingml/2006/main">
              <a:ext uri="{FF2B5EF4-FFF2-40B4-BE49-F238E27FC236}">
                <a16:creationId xmlns:a16="http://schemas.microsoft.com/office/drawing/2014/main" id="{533FDFA2-9C20-4CDB-A5A6-E4F877E9905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6" name="Footer Placeholder 5">
            <a:extLst xmlns:a="http://schemas.openxmlformats.org/drawingml/2006/main">
              <a:ext uri="{FF2B5EF4-FFF2-40B4-BE49-F238E27FC236}">
                <a16:creationId xmlns:a16="http://schemas.microsoft.com/office/drawing/2014/main" id="{44C6B2BC-633E-42D1-B27F-0C352F37077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D21C9F8B-7B05-4D47-A75E-EFD24F924C1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7AA5570-5C36-4F12-A1EB-4155A99A1666}" type="slidenum">
              <a:t>‹#›</a:t>
            </a:fld>
            <a:endParaRPr/>
          </a:p>
        </p:txBody>
      </p:sp>
    </p:spTree>
  </p:cSld>
</p:sldLayout>
</file>

<file path=ppt/slideLayouts/slideLayout5.xml><?xml version="1.0" encoding="utf-8"?>
<p:sldLayout xmlns:p="http://schemas.openxmlformats.org/presentationml/2006/main" type="twoTxTwoObj" preserve="1">
  <p:cSld name="比较">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BDF727F-F2BD-4E6E-9F45-37E408A27B81}"/>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Text Placeholder 2">
            <a:extLst xmlns:a="http://schemas.openxmlformats.org/drawingml/2006/main">
              <a:ext uri="{FF2B5EF4-FFF2-40B4-BE49-F238E27FC236}">
                <a16:creationId xmlns:a16="http://schemas.microsoft.com/office/drawing/2014/main" id="{AB88998C-09FC-4738-8A23-9A4BF4BE0BE2}"/>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单击此处编辑母版文本样式</a:t>
            </a:r>
          </a:p>
        </p:txBody>
      </p:sp>
      <p:sp>
        <p:nvSpPr>
          <p:cNvPr id="4" name="Content Placeholder 3">
            <a:extLst xmlns:a="http://schemas.openxmlformats.org/drawingml/2006/main">
              <a:ext uri="{FF2B5EF4-FFF2-40B4-BE49-F238E27FC236}">
                <a16:creationId xmlns:a16="http://schemas.microsoft.com/office/drawing/2014/main" id="{4A1AA9C4-B59E-4AF0-8338-9B9E3E016D19}"/>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5" name="Text Placeholder 4">
            <a:extLst xmlns:a="http://schemas.openxmlformats.org/drawingml/2006/main">
              <a:ext uri="{FF2B5EF4-FFF2-40B4-BE49-F238E27FC236}">
                <a16:creationId xmlns:a16="http://schemas.microsoft.com/office/drawing/2014/main" id="{AC77D243-A0AB-46FF-A4AB-D9C355B99BD8}"/>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单击此处编辑母版文本样式</a:t>
            </a:r>
          </a:p>
        </p:txBody>
      </p:sp>
      <p:sp>
        <p:nvSpPr>
          <p:cNvPr id="6" name="Content Placeholder 5">
            <a:extLst xmlns:a="http://schemas.openxmlformats.org/drawingml/2006/main">
              <a:ext uri="{FF2B5EF4-FFF2-40B4-BE49-F238E27FC236}">
                <a16:creationId xmlns:a16="http://schemas.microsoft.com/office/drawing/2014/main" id="{8D0F552F-A972-430B-B141-87FFD4E77184}"/>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7" name="Date Placeholder 6">
            <a:extLst xmlns:a="http://schemas.openxmlformats.org/drawingml/2006/main">
              <a:ext uri="{FF2B5EF4-FFF2-40B4-BE49-F238E27FC236}">
                <a16:creationId xmlns:a16="http://schemas.microsoft.com/office/drawing/2014/main" id="{C619B7D4-2122-4370-8433-0199D8ED3F0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8" name="Footer Placeholder 7">
            <a:extLst xmlns:a="http://schemas.openxmlformats.org/drawingml/2006/main">
              <a:ext uri="{FF2B5EF4-FFF2-40B4-BE49-F238E27FC236}">
                <a16:creationId xmlns:a16="http://schemas.microsoft.com/office/drawing/2014/main" id="{C4F1277E-E80C-41AE-B152-C85D2D09993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D1303104-4ABC-41AA-A1C7-4CA65E72384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7AA5570-5C36-4F12-A1EB-4155A99A1666}" type="slidenum">
              <a:t>‹#›</a:t>
            </a:fld>
            <a:endParaRPr/>
          </a:p>
        </p:txBody>
      </p:sp>
    </p:spTree>
  </p:cSld>
</p:sldLayout>
</file>

<file path=ppt/slideLayouts/slideLayout6.xml><?xml version="1.0" encoding="utf-8"?>
<p:sldLayout xmlns:p="http://schemas.openxmlformats.org/presentationml/2006/main" type="titleOnly" preserve="1">
  <p:cSld name="仅标题">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D781A3D-42E5-4BFF-8903-1A9D90D5E72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Date Placeholder 2">
            <a:extLst xmlns:a="http://schemas.openxmlformats.org/drawingml/2006/main">
              <a:ext uri="{FF2B5EF4-FFF2-40B4-BE49-F238E27FC236}">
                <a16:creationId xmlns:a16="http://schemas.microsoft.com/office/drawing/2014/main" id="{D4A92B00-0120-4A4F-B49D-C3155758F51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4" name="Footer Placeholder 3">
            <a:extLst xmlns:a="http://schemas.openxmlformats.org/drawingml/2006/main">
              <a:ext uri="{FF2B5EF4-FFF2-40B4-BE49-F238E27FC236}">
                <a16:creationId xmlns:a16="http://schemas.microsoft.com/office/drawing/2014/main" id="{72D92623-6F7A-412F-92A9-E3B0594C687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82E40B45-FBFB-478E-BDAE-409D03FE7A1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7AA5570-5C36-4F12-A1EB-4155A99A1666}" type="slidenum">
              <a:t>‹#›</a:t>
            </a:fld>
            <a:endParaRPr/>
          </a:p>
        </p:txBody>
      </p:sp>
    </p:spTree>
  </p:cSld>
</p:sldLayout>
</file>

<file path=ppt/slideLayouts/slideLayout7.xml><?xml version="1.0" encoding="utf-8"?>
<p:sldLayout xmlns:p="http://schemas.openxmlformats.org/presentationml/2006/main" type="blank" preserve="1">
  <p:cSld name="空白">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632A0019-D1DF-4BE2-A9A7-91B0DEEC39B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3" name="Footer Placeholder 2">
            <a:extLst xmlns:a="http://schemas.openxmlformats.org/drawingml/2006/main">
              <a:ext uri="{FF2B5EF4-FFF2-40B4-BE49-F238E27FC236}">
                <a16:creationId xmlns:a16="http://schemas.microsoft.com/office/drawing/2014/main" id="{315258D9-6C6F-47E5-9DCE-E485CC5FAFC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FB81E1D7-09FD-4D45-9173-6D2990D986C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7AA5570-5C36-4F12-A1EB-4155A99A1666}" type="slidenum">
              <a:t>‹#›</a:t>
            </a:fld>
            <a:endParaRPr/>
          </a:p>
        </p:txBody>
      </p:sp>
    </p:spTree>
  </p:cSld>
</p:sldLayout>
</file>

<file path=ppt/slideLayouts/slideLayout8.xml><?xml version="1.0" encoding="utf-8"?>
<p:sldLayout xmlns:p="http://schemas.openxmlformats.org/presentationml/2006/main" type="objTx" preserve="1">
  <p:cSld name="内容与标题">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1A4A50A-E7E7-480F-ACB2-ED398F39499C}"/>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单击此处编辑母版标题样式</a:t>
            </a:r>
          </a:p>
        </p:txBody>
      </p:sp>
      <p:sp>
        <p:nvSpPr>
          <p:cNvPr id="3" name="Content Placeholder 2">
            <a:extLst xmlns:a="http://schemas.openxmlformats.org/drawingml/2006/main">
              <a:ext uri="{FF2B5EF4-FFF2-40B4-BE49-F238E27FC236}">
                <a16:creationId xmlns:a16="http://schemas.microsoft.com/office/drawing/2014/main" id="{8BCCCE00-6203-4B26-ACA3-5ECD08EFC034}"/>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Text Placeholder 3">
            <a:extLst xmlns:a="http://schemas.openxmlformats.org/drawingml/2006/main">
              <a:ext uri="{FF2B5EF4-FFF2-40B4-BE49-F238E27FC236}">
                <a16:creationId xmlns:a16="http://schemas.microsoft.com/office/drawing/2014/main" id="{93D5E0B1-B3B8-48C2-9CEE-16CAC71058C2}"/>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单击此处编辑母版文本样式</a:t>
            </a:r>
          </a:p>
        </p:txBody>
      </p:sp>
      <p:sp>
        <p:nvSpPr>
          <p:cNvPr id="5" name="Date Placeholder 4">
            <a:extLst xmlns:a="http://schemas.openxmlformats.org/drawingml/2006/main">
              <a:ext uri="{FF2B5EF4-FFF2-40B4-BE49-F238E27FC236}">
                <a16:creationId xmlns:a16="http://schemas.microsoft.com/office/drawing/2014/main" id="{CA112CE6-4623-4677-B8AF-AAAB7011FAE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6" name="Footer Placeholder 5">
            <a:extLst xmlns:a="http://schemas.openxmlformats.org/drawingml/2006/main">
              <a:ext uri="{FF2B5EF4-FFF2-40B4-BE49-F238E27FC236}">
                <a16:creationId xmlns:a16="http://schemas.microsoft.com/office/drawing/2014/main" id="{70D576E2-38E7-464A-AA67-2AFCF3AE4EF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7D6D553C-B52B-46BB-B847-17A0F49483F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7AA5570-5C36-4F12-A1EB-4155A99A1666}" type="slidenum">
              <a:t>‹#›</a:t>
            </a:fld>
            <a:endParaRPr/>
          </a:p>
        </p:txBody>
      </p:sp>
    </p:spTree>
  </p:cSld>
</p:sldLayout>
</file>

<file path=ppt/slideLayouts/slideLayout9.xml><?xml version="1.0" encoding="utf-8"?>
<p:sldLayout xmlns:p="http://schemas.openxmlformats.org/presentationml/2006/main" type="picTx" preserve="1">
  <p:cSld name="图片与标题">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D198E5E-2277-4CD0-975D-299754482A1D}"/>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单击此处编辑母版标题样式</a:t>
            </a:r>
          </a:p>
        </p:txBody>
      </p:sp>
      <p:sp>
        <p:nvSpPr>
          <p:cNvPr id="3" name="Picture Placeholder 2">
            <a:extLst xmlns:a="http://schemas.openxmlformats.org/drawingml/2006/main">
              <a:ext uri="{FF2B5EF4-FFF2-40B4-BE49-F238E27FC236}">
                <a16:creationId xmlns:a16="http://schemas.microsoft.com/office/drawing/2014/main" id="{786DC969-0477-4CC0-95B8-4D34B387552D}"/>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nchor="t"/>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r>
              <a:t>单击图标添加图片</a:t>
            </a:r>
          </a:p>
        </p:txBody>
      </p:sp>
      <p:sp>
        <p:nvSpPr>
          <p:cNvPr id="4" name="Text Placeholder 3">
            <a:extLst xmlns:a="http://schemas.openxmlformats.org/drawingml/2006/main">
              <a:ext uri="{FF2B5EF4-FFF2-40B4-BE49-F238E27FC236}">
                <a16:creationId xmlns:a16="http://schemas.microsoft.com/office/drawing/2014/main" id="{694B6843-E6C9-4D66-90E0-4F5806FA3847}"/>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单击此处编辑母版文本样式</a:t>
            </a:r>
          </a:p>
        </p:txBody>
      </p:sp>
      <p:sp>
        <p:nvSpPr>
          <p:cNvPr id="5" name="Date Placeholder 4">
            <a:extLst xmlns:a="http://schemas.openxmlformats.org/drawingml/2006/main">
              <a:ext uri="{FF2B5EF4-FFF2-40B4-BE49-F238E27FC236}">
                <a16:creationId xmlns:a16="http://schemas.microsoft.com/office/drawing/2014/main" id="{39AF6277-7339-4444-A964-E9CD21416F7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6" name="Footer Placeholder 5">
            <a:extLst xmlns:a="http://schemas.openxmlformats.org/drawingml/2006/main">
              <a:ext uri="{FF2B5EF4-FFF2-40B4-BE49-F238E27FC236}">
                <a16:creationId xmlns:a16="http://schemas.microsoft.com/office/drawing/2014/main" id="{0C10511E-3042-4F12-8379-D77B0249D81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EB73807C-B6F6-4B3A-902C-B5CD34E4C49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7AA5570-5C36-4F12-A1EB-4155A99A1666}" type="slidenum">
              <a:t>‹#›</a:t>
            </a:fld>
            <a:endParaRPr/>
          </a:p>
        </p:txBody>
      </p:sp>
    </p:spTree>
  </p:cSld>
</p:sldLayout>
</file>

<file path=ppt/slideLayouts/slideLayout10.xml><?xml version="1.0" encoding="utf-8"?>
<p:sldLayout xmlns:p="http://schemas.openxmlformats.org/presentationml/2006/main" type="vertTx" preserve="1">
  <p:cSld name="标题和竖排文字">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8F57C54-844A-41F5-9C08-22C084F7517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Vertical Text Placeholder 2">
            <a:extLst xmlns:a="http://schemas.openxmlformats.org/drawingml/2006/main">
              <a:ext uri="{FF2B5EF4-FFF2-40B4-BE49-F238E27FC236}">
                <a16:creationId xmlns:a16="http://schemas.microsoft.com/office/drawing/2014/main" id="{65C5C207-76B1-44FD-B852-B8D561925CD7}"/>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Date Placeholder 3">
            <a:extLst xmlns:a="http://schemas.openxmlformats.org/drawingml/2006/main">
              <a:ext uri="{FF2B5EF4-FFF2-40B4-BE49-F238E27FC236}">
                <a16:creationId xmlns:a16="http://schemas.microsoft.com/office/drawing/2014/main" id="{C820261C-7ABB-483C-89E9-9EB2CE9FE34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DD729DA4-0254-4884-B2A4-F481935C3E9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46568C8-42EF-4308-B543-ED8C5AD72B7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atin typeface="Times New Roman"/>
                <a:ea typeface="Times New Roman"/>
                <a:cs typeface="Times New Roman"/>
              </a:defRPr>
            </a:lvl1pPr>
          </a:lstStyle>
          <a:p xmlns:a="http://schemas.openxmlformats.org/drawingml/2006/main">
            <a:fld id="{97AA5570-5C36-4F12-A1EB-4155A99A1666}" type="slidenum">
              <a:t>‹#›</a:t>
            </a:fld>
            <a:endParaRPr/>
          </a:p>
        </p:txBody>
      </p:sp>
    </p:spTree>
  </p:cSld>
</p:sldLayout>
</file>

<file path=ppt/slideLayouts/slideLayout11.xml><?xml version="1.0" encoding="utf-8"?>
<p:sldLayout xmlns:p="http://schemas.openxmlformats.org/presentationml/2006/main" type="vertTitleAndTx" preserve="1">
  <p:cSld name="竖排标题与文本">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4FCF336B-8205-46C9-AA24-5E39BBE46DF3}"/>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单击此处编辑母版标题样式</a:t>
            </a:r>
          </a:p>
        </p:txBody>
      </p:sp>
      <p:sp>
        <p:nvSpPr>
          <p:cNvPr id="3" name="Vertical Text Placeholder 2">
            <a:extLst xmlns:a="http://schemas.openxmlformats.org/drawingml/2006/main">
              <a:ext uri="{FF2B5EF4-FFF2-40B4-BE49-F238E27FC236}">
                <a16:creationId xmlns:a16="http://schemas.microsoft.com/office/drawing/2014/main" id="{CDDFE0EC-BC35-496C-A6CF-1171F3FED81F}"/>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Date Placeholder 3">
            <a:extLst xmlns:a="http://schemas.openxmlformats.org/drawingml/2006/main">
              <a:ext uri="{FF2B5EF4-FFF2-40B4-BE49-F238E27FC236}">
                <a16:creationId xmlns:a16="http://schemas.microsoft.com/office/drawing/2014/main" id="{E7684793-FB46-4E99-B702-BB93BC7A1DE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AFAE4446-AEB1-4A3E-AE70-6657FD197A6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ED08580-66AE-45EF-8825-AD4321EAE34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7AA5570-5C36-4F12-A1EB-4155A99A1666}" type="slidenum">
              <a:t>‹#›</a:t>
            </a:fld>
            <a:endParaRPr/>
          </a:p>
        </p:txBody>
      </p:sp>
    </p:spTree>
  </p:cSld>
</p:sldLayout>
</file>

<file path=ppt/slideLayouts/slideLayout12.xml><?xml version="1.0" encoding="utf-8"?>
<p:sldLayout xmlns:p="http://schemas.openxmlformats.org/presentationml/2006/main" preserve="1" userDrawn="1">
  <p:cSld name="目录板式">
    <p:spTree>
      <p:nvGrpSpPr>
        <p:cNvPr id="1" name=""/>
        <p:cNvGrpSpPr/>
        <p:nvPr/>
      </p:nvGrpSpPr>
      <p:grpSpPr>
        <a:xfrm xmlns:a="http://schemas.openxmlformats.org/drawingml/2006/main"/>
      </p:grpSpPr>
      <p:pic>
        <p:nvPicPr>
          <p:cNvPr id="2" name="图片 1"/>
          <p:cNvPicPr>
            <a:picLocks xmlns:a="http://schemas.openxmlformats.org/drawingml/2006/main" noChangeAspect="1"/>
          </p:cNvPicPr>
          <p:nvPr/>
        </p:nvPicPr>
        <p:blipFill>
          <a:blip xmlns:r="http://schemas.openxmlformats.org/officeDocument/2006/relationships" xmlns:a="http://schemas.openxmlformats.org/drawingml/2006/main" r:embed="Re55b5b8da6214193"/>
          <a:stretch xmlns:a="http://schemas.openxmlformats.org/drawingml/2006/main">
            <a:fillRect l="0" t="0" r="0" b="0"/>
          </a:stretch>
        </p:blipFill>
        <p:spPr>
          <a:xfrm xmlns:a="http://schemas.openxmlformats.org/drawingml/2006/main">
            <a:off x="7964557" y="190800"/>
            <a:ext cx="4227443" cy="700923"/>
          </a:xfrm>
          <a:prstGeom xmlns:a="http://schemas.openxmlformats.org/drawingml/2006/main" prst="rect">
            <a:avLst/>
          </a:prstGeom>
        </p:spPr>
      </p:pic>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3e95650f09c453b" /><Relationship Type="http://schemas.openxmlformats.org/officeDocument/2006/relationships/slideLayout" Target="/ppt/slideLayouts/slideLayout1.xml" Id="Rb9182d6f947c4e9e" /><Relationship Type="http://schemas.openxmlformats.org/officeDocument/2006/relationships/slideLayout" Target="/ppt/slideLayouts/slideLayout2.xml" Id="R2a219c36f9184bf5" /><Relationship Type="http://schemas.openxmlformats.org/officeDocument/2006/relationships/slideLayout" Target="/ppt/slideLayouts/slideLayout3.xml" Id="R3f0d109f3fad46ea" /><Relationship Type="http://schemas.openxmlformats.org/officeDocument/2006/relationships/slideLayout" Target="/ppt/slideLayouts/slideLayout4.xml" Id="R3b8f0eee29494877" /><Relationship Type="http://schemas.openxmlformats.org/officeDocument/2006/relationships/slideLayout" Target="/ppt/slideLayouts/slideLayout5.xml" Id="Raec5eeb4b05147cc" /><Relationship Type="http://schemas.openxmlformats.org/officeDocument/2006/relationships/slideLayout" Target="/ppt/slideLayouts/slideLayout6.xml" Id="Re2b06e1aab354224" /><Relationship Type="http://schemas.openxmlformats.org/officeDocument/2006/relationships/slideLayout" Target="/ppt/slideLayouts/slideLayout7.xml" Id="Ra9df7d5a26ff440a" /><Relationship Type="http://schemas.openxmlformats.org/officeDocument/2006/relationships/slideLayout" Target="/ppt/slideLayouts/slideLayout8.xml" Id="R0232df46aa954ffd" /><Relationship Type="http://schemas.openxmlformats.org/officeDocument/2006/relationships/slideLayout" Target="/ppt/slideLayouts/slideLayout9.xml" Id="R6851e7ea2be54e49" /><Relationship Type="http://schemas.openxmlformats.org/officeDocument/2006/relationships/slideLayout" Target="/ppt/slideLayouts/slideLayout10.xml" Id="Re66a10028a8d404e" /><Relationship Type="http://schemas.openxmlformats.org/officeDocument/2006/relationships/slideLayout" Target="/ppt/slideLayouts/slideLayout11.xml" Id="R6f8acaaeca1f44c0" /><Relationship Type="http://schemas.openxmlformats.org/officeDocument/2006/relationships/slideLayout" Target="/ppt/slideLayouts/slideLayout12.xml" Id="R1b9a371f7ded4ae7"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046ECD5F-52ED-42EC-9D97-19B5E300210B}"/>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单击此处编辑母版标题样式</a:t>
            </a:r>
          </a:p>
        </p:txBody>
      </p:sp>
      <p:sp>
        <p:nvSpPr>
          <p:cNvPr id="3" name="Text Placeholder 2">
            <a:extLst xmlns:a="http://schemas.openxmlformats.org/drawingml/2006/main">
              <a:ext uri="{FF2B5EF4-FFF2-40B4-BE49-F238E27FC236}">
                <a16:creationId xmlns:a16="http://schemas.microsoft.com/office/drawing/2014/main" id="{3C8A028B-41CB-4CA8-A7FB-111072FBD72E}"/>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Date Placeholder 3">
            <a:extLst xmlns:a="http://schemas.openxmlformats.org/drawingml/2006/main">
              <a:ext uri="{FF2B5EF4-FFF2-40B4-BE49-F238E27FC236}">
                <a16:creationId xmlns:a16="http://schemas.microsoft.com/office/drawing/2014/main" id="{5A4F13FA-C8B6-49D6-B84C-C609B8592F17}"/>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4C2DCBF8-0A01-4CA6-B777-436D788BA479}"/>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C81CB12-4C54-451E-8DBB-51026CD8A79A}"/>
              </a:ext>
            </a:extLst>
          </p:cNvPr>
          <p:cNvSpPr>
            <a:spLocks xmlns:a="http://schemas.openxmlformats.org/drawingml/2006/main" noGrp="1"/>
          </p:cNvSpPr>
          <p:nvPr>
            <p:ph type="sldNum" idx="4"/>
          </p:nvPr>
        </p:nvSpPr>
        <p:spPr>
          <a:xfrm xmlns:a="http://schemas.openxmlformats.org/drawingml/2006/main">
            <a:off x="930275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600" baseline="0">
                <a:solidFill>
                  <a:schemeClr val="tx1">
                    <a:tint val="75000"/>
                  </a:schemeClr>
                </a:solidFill>
                <a:latin typeface="Times New Roman"/>
                <a:ea typeface="Times New Roman"/>
                <a:cs typeface="Times New Roman"/>
              </a:defRPr>
            </a:lvl1pPr>
          </a:lstStyle>
          <a:p xmlns:a="http://schemas.openxmlformats.org/drawingml/2006/main">
            <a:fld id="{97AA5570-5C36-4F12-A1EB-4155A99A1666}"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9182d6f947c4e9e"/>
    <p:sldLayoutId xmlns:r="http://schemas.openxmlformats.org/officeDocument/2006/relationships" id="2147483650" r:id="R2a219c36f9184bf5"/>
    <p:sldLayoutId xmlns:r="http://schemas.openxmlformats.org/officeDocument/2006/relationships" id="2147483651" r:id="R3f0d109f3fad46ea"/>
    <p:sldLayoutId xmlns:r="http://schemas.openxmlformats.org/officeDocument/2006/relationships" id="2147483652" r:id="R3b8f0eee29494877"/>
    <p:sldLayoutId xmlns:r="http://schemas.openxmlformats.org/officeDocument/2006/relationships" id="2147483653" r:id="Raec5eeb4b05147cc"/>
    <p:sldLayoutId xmlns:r="http://schemas.openxmlformats.org/officeDocument/2006/relationships" id="2147483654" r:id="Re2b06e1aab354224"/>
    <p:sldLayoutId xmlns:r="http://schemas.openxmlformats.org/officeDocument/2006/relationships" id="2147483655" r:id="Ra9df7d5a26ff440a"/>
    <p:sldLayoutId xmlns:r="http://schemas.openxmlformats.org/officeDocument/2006/relationships" id="2147483656" r:id="R0232df46aa954ffd"/>
    <p:sldLayoutId xmlns:r="http://schemas.openxmlformats.org/officeDocument/2006/relationships" id="2147483657" r:id="R6851e7ea2be54e49"/>
    <p:sldLayoutId xmlns:r="http://schemas.openxmlformats.org/officeDocument/2006/relationships" id="2147483658" r:id="Re66a10028a8d404e"/>
    <p:sldLayoutId xmlns:r="http://schemas.openxmlformats.org/officeDocument/2006/relationships" id="2147483659" r:id="R6f8acaaeca1f44c0"/>
    <p:sldLayoutId xmlns:r="http://schemas.openxmlformats.org/officeDocument/2006/relationships" id="2147483660" r:id="R1b9a371f7ded4ae7"/>
  </p:sldLayoutIdLst>
  <p:hf hdr="0" ftr="0" dt="0"/>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orient="horz" pos="2160" userDrawn="1">
          <p15:clr>
            <a:srgbClr xmlns:a="http://schemas.openxmlformats.org/drawingml/2006/main" val="F26B43"/>
          </p15:clr>
        </p15:guide>
        <p15:guide id="2" pos="3840" userDrawn="1">
          <p15:clr>
            <a:srgbClr xmlns:a="http://schemas.openxmlformats.org/drawingml/2006/main" val="F26B43"/>
          </p15:clr>
        </p15:guide>
      </p15:sldGuideLst>
    </p:ext>
  </p:extLst>
</p:sldMaster>
</file>

<file path=ppt/slideMasters/theme/theme2.xml><?xml version="1.0" encoding="utf-8"?>
<a:theme xmlns:a="http://schemas.openxmlformats.org/drawingml/2006/main" name="Office Theme">
  <a:themeElements>
    <a:clrScheme name="自定义 22">
      <a:dk1>
        <a:sysClr val="windowText" lastClr="000000"/>
      </a:dk1>
      <a:lt1>
        <a:sysClr val="window" lastClr="FFFFFF"/>
      </a:lt1>
      <a:dk2>
        <a:srgbClr val="E7E6E6"/>
      </a:dk2>
      <a:lt2>
        <a:srgbClr val="0D4C82"/>
      </a:lt2>
      <a:accent1>
        <a:srgbClr val="023160"/>
      </a:accent1>
      <a:accent2>
        <a:srgbClr val="C00000"/>
      </a:accent2>
      <a:accent3>
        <a:srgbClr val="F2FC70"/>
      </a:accent3>
      <a:accent4>
        <a:srgbClr val="954F72"/>
      </a:accent4>
      <a:accent5>
        <a:srgbClr val="E7E6E6"/>
      </a:accent5>
      <a:accent6>
        <a:srgbClr val="70AD47"/>
      </a:accent6>
      <a:hlink>
        <a:srgbClr val="DEEBF6"/>
      </a:hlink>
      <a:folHlink>
        <a:srgbClr val="7030A0"/>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自定义 2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6bcc73b2fdfe44eb" /><Relationship Type="http://schemas.openxmlformats.org/officeDocument/2006/relationships/image" Target="/ppt/media/image.png" Id="R94169536c5514a21" /><Relationship Type="http://schemas.openxmlformats.org/officeDocument/2006/relationships/notesSlide" Target="/ppt/notesSlides/notesSlide1.xml" Id="Rf592278b1936476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7b52432431a4540" /><Relationship Type="http://schemas.openxmlformats.org/officeDocument/2006/relationships/notesSlide" Target="/ppt/notesSlides/notesSlide2.xml" Id="R6e57b471ddf2492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9be721fd8224095" /><Relationship Type="http://schemas.openxmlformats.org/officeDocument/2006/relationships/image" Target="/ppt/media/image2.png" Id="R8aa89ff25b3241da" /><Relationship Type="http://schemas.openxmlformats.org/officeDocument/2006/relationships/notesSlide" Target="/ppt/notesSlides/notesSlide3.xml" Id="Rae431d02e635497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fb0bfd0d6a3434c" /><Relationship Type="http://schemas.openxmlformats.org/officeDocument/2006/relationships/notesSlide" Target="/ppt/notesSlides/notesSlide4.xml" Id="Rdaeadeb871424d9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27e31bf9a9a419e" /><Relationship Type="http://schemas.openxmlformats.org/officeDocument/2006/relationships/notesSlide" Target="/ppt/notesSlides/notesSlide5.xml" Id="R267a2ce3fc45462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851b0b8004a4c3d" /><Relationship Type="http://schemas.openxmlformats.org/officeDocument/2006/relationships/notesSlide" Target="/ppt/notesSlides/notesSlide6.xml" Id="R1ec069a05eee481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0e0cc5a0dd440f4" /><Relationship Type="http://schemas.openxmlformats.org/officeDocument/2006/relationships/notesSlide" Target="/ppt/notesSlides/notesSlide7.xml" Id="R51bbb509d45e4f3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d862b21cbdd4300" /><Relationship Type="http://schemas.openxmlformats.org/officeDocument/2006/relationships/notesSlide" Target="/ppt/notesSlides/notesSlide8.xml" Id="Rf74595bd799c4e8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6bc275cab4e4d16" /><Relationship Type="http://schemas.openxmlformats.org/officeDocument/2006/relationships/notesSlide" Target="/ppt/notesSlides/notesSlide9.xml" Id="R39c1cc9265a6486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a1d9088e2eb42bd" /><Relationship Type="http://schemas.openxmlformats.org/officeDocument/2006/relationships/notesSlide" Target="/ppt/notesSlides/notesSlide10.xml" Id="R0724d849f81f4cfd" /></Relationships>
</file>

<file path=ppt/slides/_rels/slide11.xml.rels><?xml version='1.0' encoding='utf-8'?>
<Relationships xmlns="http://schemas.openxmlformats.org/package/2006/relationships"><Relationship Type="http://schemas.openxmlformats.org/officeDocument/2006/relationships/slideLayout" Target="/ppt/slideLayouts/slideLayout1.xml" Id="R896f66a238c341c7" /><Relationship Type="http://schemas.openxmlformats.org/officeDocument/2006/relationships/chart" Target="../charts/chart1.xml" Id="R46a37aca1074493c" /><Relationship Type="http://schemas.openxmlformats.org/officeDocument/2006/relationships/notesSlide" Target="/ppt/notesSlides/notesSlide11.xml" Id="R987f30c8d8c74c8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a288686aad64a0b" /><Relationship Type="http://schemas.openxmlformats.org/officeDocument/2006/relationships/image" Target="/ppt/media/image3.png" Id="R967c9584af154b6f" /><Relationship Type="http://schemas.openxmlformats.org/officeDocument/2006/relationships/notesSlide" Target="/ppt/notesSlides/notesSlide12.xml" Id="R32a07ac9917842a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d1fb7fd288e4448" /><Relationship Type="http://schemas.openxmlformats.org/officeDocument/2006/relationships/image" Target="/ppt/media/image4.png" Id="Rfa536445485a4fb1" /><Relationship Type="http://schemas.openxmlformats.org/officeDocument/2006/relationships/notesSlide" Target="/ppt/notesSlides/notesSlide13.xml" Id="R306084193924441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628af9616694889" /><Relationship Type="http://schemas.openxmlformats.org/officeDocument/2006/relationships/notesSlide" Target="/ppt/notesSlides/notesSlide14.xml" Id="R158ee4bdd84a499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30e83613c874906" /><Relationship Type="http://schemas.openxmlformats.org/officeDocument/2006/relationships/notesSlide" Target="/ppt/notesSlides/notesSlide15.xml" Id="R7a8e9fc1b0ed443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868fc9f24964437" /><Relationship Type="http://schemas.openxmlformats.org/officeDocument/2006/relationships/notesSlide" Target="/ppt/notesSlides/notesSlide16.xml" Id="R04176846011e4d1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e039f9394a44f62" /><Relationship Type="http://schemas.openxmlformats.org/officeDocument/2006/relationships/notesSlide" Target="/ppt/notesSlides/notesSlide17.xml" Id="Re7f40bcfe2214a0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fb5389cae164499" /><Relationship Type="http://schemas.openxmlformats.org/officeDocument/2006/relationships/notesSlide" Target="/ppt/notesSlides/notesSlide18.xml" Id="R2b6f9d8af61b437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e831c8f7c814050" /><Relationship Type="http://schemas.openxmlformats.org/officeDocument/2006/relationships/image" Target="/ppt/media/image5.png" Id="R83cc9d9dcfd64515" /><Relationship Type="http://schemas.openxmlformats.org/officeDocument/2006/relationships/notesSlide" Target="/ppt/notesSlides/notesSlide19.xml" Id="R0d5220de3fcc478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4f1c589111846c9" /><Relationship Type="http://schemas.openxmlformats.org/officeDocument/2006/relationships/notesSlide" Target="/ppt/notesSlides/notesSlide20.xml" Id="R5d8b59844b9b49f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19f00a00ef54f2d" /><Relationship Type="http://schemas.openxmlformats.org/officeDocument/2006/relationships/image" Target="/ppt/media/image6.png" Id="R6a776f309f2246cf" /><Relationship Type="http://schemas.openxmlformats.org/officeDocument/2006/relationships/notesSlide" Target="/ppt/notesSlides/notesSlide21.xml" Id="R169fca0e442e46d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e7d75afdbde4575" /><Relationship Type="http://schemas.openxmlformats.org/officeDocument/2006/relationships/notesSlide" Target="/ppt/notesSlides/notesSlide22.xml" Id="Rd45a7ec47f1f46e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c2e2531d17b4cfe" /><Relationship Type="http://schemas.openxmlformats.org/officeDocument/2006/relationships/notesSlide" Target="/ppt/notesSlides/notesSlide23.xml" Id="R0ab56dbcde4e4c0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9e5f33b598f4776" /><Relationship Type="http://schemas.openxmlformats.org/officeDocument/2006/relationships/notesSlide" Target="/ppt/notesSlides/notesSlide24.xml" Id="R23853b9bf1ab4c5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26746d1d48374d0f" /><Relationship Type="http://schemas.openxmlformats.org/officeDocument/2006/relationships/notesSlide" Target="/ppt/notesSlides/notesSlide25.xml" Id="R09f7510abbc24e8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a10a110ca2ec4d60" /><Relationship Type="http://schemas.openxmlformats.org/officeDocument/2006/relationships/notesSlide" Target="/ppt/notesSlides/notesSlide26.xml" Id="R0058b1af9801461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2.xml" Id="R39ea97a4929a4a2c" /><Relationship Type="http://schemas.openxmlformats.org/officeDocument/2006/relationships/image" Target="/ppt/media/image.png" Id="R17dae85f44814713" /><Relationship Type="http://schemas.openxmlformats.org/officeDocument/2006/relationships/image" Target="/ppt/media/image2.jpeg" Id="R77e69a2ed4604d4e" /><Relationship Type="http://schemas.openxmlformats.org/officeDocument/2006/relationships/notesSlide" Target="/ppt/notesSlides/notesSlide27.xml" Id="R9f0442de2cfe48c6" /></Relationships>
</file>

<file path=ppt/slides/slide1.xml><?xml version="1.0" encoding="utf-8"?>
<p:sld xmlns:p="http://schemas.openxmlformats.org/presentationml/2006/main">
  <p:cSld>
    <p:bg>
      <p:bgPr>
        <a:solidFill xmlns:a="http://schemas.openxmlformats.org/drawingml/2006/main">
          <a:schemeClr val="bg1">
            <a:alpha val="80000"/>
          </a:schemeClr>
        </a:solidFill>
      </p:bgPr>
    </p:bg>
    <p:spTree>
      <p:nvGrpSpPr>
        <p:cNvPr id="1" name=""/>
        <p:cNvGrpSpPr/>
        <p:nvPr/>
      </p:nvGrpSpPr>
      <p:grpSpPr>
        <a:xfrm xmlns:a="http://schemas.openxmlformats.org/drawingml/2006/main"/>
      </p:grpSpPr>
      <p:sp>
        <p:nvSpPr>
          <p:cNvPr id="9" name="文本框 8">
            <a:extLst xmlns:a="http://schemas.openxmlformats.org/drawingml/2006/main">
              <a:ext uri="{FF2B5EF4-FFF2-40B4-BE49-F238E27FC236}">
                <a16:creationId xmlns:a16="http://schemas.microsoft.com/office/drawing/2014/main" id="{6E9734B4-7FD9-119B-B0CF-BD49E07CE7DF}"/>
              </a:ext>
            </a:extLst>
          </p:cNvPr>
          <p:cNvSpPr>
            <a:spLocks xmlns:a="http://schemas.openxmlformats.org/drawingml/2006/main" noGrp="1"/>
          </p:cNvSpPr>
          <p:nvPr/>
        </p:nvSpPr>
        <p:spPr>
          <a:xfrm xmlns:a="http://schemas.openxmlformats.org/drawingml/2006/main">
            <a:off x="428625" y="2333625"/>
            <a:ext cx="11334750" cy="166878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gn="ctr">
              <a:lnSpc>
                <a:spcPct val="135000"/>
              </a:lnSpc>
              <a:buNone/>
              <a:defRPr sz="3450" b="1">
                <a:solidFill>
                  <a:srgbClr val="023160"/>
                </a:solidFill>
                <a:latin typeface="Arial"/>
                <a:ea typeface="Arial"/>
                <a:cs typeface="Arial"/>
              </a:defRPr>
            </a:pPr>
            <a:r>
              <a:rPr sz="3450" b="1">
                <a:solidFill>
                  <a:srgbClr val="023160"/>
                </a:solidFill>
                <a:latin typeface="Arial"/>
                <a:ea typeface="Arial"/>
                <a:cs typeface="Arial"/>
              </a:rPr>
              <a:t>Gradient modelling of spatial metabolomics</a:t>
            </a:r>
            <a:endParaRPr sz="3450" b="1">
              <a:solidFill>
                <a:srgbClr val="023160"/>
              </a:solidFill>
              <a:latin typeface="Arial"/>
              <a:ea typeface="Arial"/>
              <a:cs typeface="Arial"/>
            </a:endParaRPr>
          </a:p>
          <a:p xmlns:a="http://schemas.openxmlformats.org/drawingml/2006/main">
            <a:pPr algn="ctr">
              <a:lnSpc>
                <a:spcPct val="135000"/>
              </a:lnSpc>
              <a:buNone/>
              <a:defRPr sz="3450" b="1">
                <a:solidFill>
                  <a:srgbClr val="023160"/>
                </a:solidFill>
                <a:latin typeface="Arial"/>
                <a:ea typeface="Arial"/>
                <a:cs typeface="Arial"/>
              </a:defRPr>
            </a:pPr>
            <a:r>
              <a:rPr sz="3450" b="1">
                <a:solidFill>
                  <a:srgbClr val="023160"/>
                </a:solidFill>
                <a:latin typeface="Arial"/>
                <a:ea typeface="Arial"/>
                <a:cs typeface="Arial"/>
              </a:rPr>
              <a:t>Methods and Reproduction</a:t>
            </a:r>
          </a:p>
        </p:txBody>
      </p:sp>
      <p:sp>
        <p:nvSpPr>
          <p:cNvPr id="3" name="文本框 2">
            <a:extLst xmlns:a="http://schemas.openxmlformats.org/drawingml/2006/main">
              <a:ext uri="{FF2B5EF4-FFF2-40B4-BE49-F238E27FC236}">
                <a16:creationId xmlns:a16="http://schemas.microsoft.com/office/drawing/2014/main" id="{F13BC7E3-AE77-5E85-DF71-A49FAFE324F9}"/>
              </a:ext>
            </a:extLst>
          </p:cNvPr>
          <p:cNvSpPr>
            <a:spLocks xmlns:a="http://schemas.openxmlformats.org/drawingml/2006/main" noGrp="1"/>
          </p:cNvSpPr>
          <p:nvPr/>
        </p:nvSpPr>
        <p:spPr>
          <a:xfrm xmlns:a="http://schemas.openxmlformats.org/drawingml/2006/main">
            <a:off x="857250" y="4238625"/>
            <a:ext cx="10477500" cy="173736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gn="ctr">
              <a:lnSpc>
                <a:spcPct val="140000"/>
              </a:lnSpc>
              <a:buNone/>
              <a:defRPr sz="2250">
                <a:solidFill>
                  <a:srgbClr val="023160"/>
                </a:solidFill>
                <a:latin typeface="Arial"/>
                <a:ea typeface="Arial"/>
                <a:cs typeface="Arial"/>
              </a:defRPr>
            </a:pPr>
            <a:r>
              <a:rPr sz="2250">
                <a:solidFill>
                  <a:srgbClr val="023160"/>
                </a:solidFill>
                <a:latin typeface="Arial"/>
                <a:ea typeface="Arial"/>
                <a:cs typeface="Arial"/>
              </a:rPr>
              <a:t>BC-515: library calls and implementations from scratch</a:t>
            </a:r>
            <a:endParaRPr sz="2400" kern="1200">
              <a:solidFill>
                <a:schemeClr val="accent1"/>
              </a:solidFill>
              <a:latin typeface="Arial"/>
              <a:ea typeface="Arial"/>
              <a:cs typeface="Arial"/>
            </a:endParaRPr>
          </a:p>
          <a:p xmlns:a="http://schemas.openxmlformats.org/drawingml/2006/main">
            <a:pPr algn="ctr">
              <a:lnSpc>
                <a:spcPct val="140000"/>
              </a:lnSpc>
              <a:buNone/>
              <a:defRPr sz="2250">
                <a:solidFill>
                  <a:srgbClr val="023160"/>
                </a:solidFill>
                <a:latin typeface="Arial"/>
                <a:ea typeface="Arial"/>
                <a:cs typeface="Arial"/>
              </a:defRPr>
            </a:pPr>
            <a:r>
              <a:rPr sz="2250">
                <a:solidFill>
                  <a:srgbClr val="023160"/>
                </a:solidFill>
                <a:latin typeface="Arial"/>
                <a:ea typeface="Arial"/>
                <a:cs typeface="Arial"/>
              </a:rPr>
              <a:t>Yuanhua</a:t>
            </a:r>
            <a:r>
              <a:rPr sz="2250">
                <a:solidFill>
                  <a:srgbClr val="023160"/>
                </a:solidFill>
                <a:latin typeface="Arial"/>
                <a:ea typeface="Arial"/>
                <a:cs typeface="Arial"/>
              </a:rPr>
              <a:t> Huang</a:t>
            </a:r>
          </a:p>
          <a:p xmlns:a="http://schemas.openxmlformats.org/drawingml/2006/main">
            <a:pPr algn="ctr">
              <a:lnSpc>
                <a:spcPct val="140000"/>
              </a:lnSpc>
              <a:buNone/>
              <a:defRPr sz="2250">
                <a:solidFill>
                  <a:srgbClr val="023160"/>
                </a:solidFill>
                <a:latin typeface="Arial"/>
                <a:ea typeface="Arial"/>
                <a:cs typeface="Arial"/>
              </a:defRPr>
            </a:pPr>
            <a:fld id="{33A3CFBB-7206-589A-F626-128E33665E71}" type="datetime5">
              <a:rPr sz="2250">
                <a:solidFill>
                  <a:srgbClr val="023160"/>
                </a:solidFill>
                <a:latin typeface="Arial"/>
                <a:ea typeface="Arial"/>
                <a:cs typeface="Arial"/>
              </a:rPr>
              <a:t>2026/9/7</a:t>
            </a:fld>
            <a:endParaRPr sz="2400" kern="1200">
              <a:solidFill>
                <a:schemeClr val="accent1"/>
              </a:solidFill>
              <a:latin typeface="Arial"/>
              <a:ea typeface="Arial"/>
              <a:cs typeface="Arial"/>
            </a:endParaRPr>
          </a:p>
        </p:txBody>
      </p:sp>
      <p:pic>
        <p:nvPicPr>
          <p:cNvPr id="13" name="Picture 8"/>
          <p:cNvPicPr>
            <a:picLocks xmlns:a="http://schemas.openxmlformats.org/drawingml/2006/main" noChangeAspect="1"/>
          </p:cNvPicPr>
          <p:nvPr/>
        </p:nvPicPr>
        <p:blipFill>
          <a:blip xmlns:r="http://schemas.openxmlformats.org/officeDocument/2006/relationships" xmlns:a="http://schemas.openxmlformats.org/drawingml/2006/main" r:embed="R94169536c5514a21"/>
          <a:srcRect xmlns:a="http://schemas.openxmlformats.org/drawingml/2006/main" l="0" t="0" r="0" b="0"/>
          <a:stretch xmlns:a="http://schemas.openxmlformats.org/drawingml/2006/main">
            <a:fillRect l="0" t="0" r="0" b="0"/>
          </a:stretch>
        </p:blipFill>
        <p:spPr>
          <a:xfrm xmlns:a="http://schemas.openxmlformats.org/drawingml/2006/main">
            <a:off x="115910" y="156187"/>
            <a:ext cx="4126357" cy="792187"/>
          </a:xfrm>
          <a:prstGeom xmlns:a="http://schemas.openxmlformats.org/drawingml/2006/main" prst="rect">
            <a:avLst/>
          </a:prstGeom>
        </p:spPr>
      </p:pic>
    </p:spTree>
    <p:extLst>
      <p:ext uri="{BB962C8B-B14F-4D97-AF65-F5344CB8AC3E}">
        <p14:creationId xmlns:p14="http://schemas.microsoft.com/office/powerpoint/2010/main" val="1052463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6" name="灯片编号占位符 18">
            <a:extLst xmlns:a="http://schemas.openxmlformats.org/drawingml/2006/main">
              <a:ext uri="{FF2B5EF4-FFF2-40B4-BE49-F238E27FC236}">
                <a16:creationId xmlns:a16="http://schemas.microsoft.com/office/drawing/2014/main" id="{B311809E-7174-EF81-2BDE-4FC1B4CF1C4C}"/>
              </a:ext>
            </a:extLst>
          </p:cNvPr>
          <p:cNvSpPr>
            <a:spLocks xmlns:a="http://schemas.openxmlformats.org/drawingml/2006/main" noGrp="1"/>
          </p:cNvSpPr>
          <p:nvPr/>
        </p:nvSpPr>
        <p:spPr>
          <a:xfrm xmlns:a="http://schemas.openxmlformats.org/drawingml/2006/main">
            <a:off x="9302750" y="6356350"/>
            <a:ext cx="2743200" cy="365125"/>
          </a:xfrm>
          <a:prstGeom xmlns:a="http://schemas.openxmlformats.org/drawingml/2006/main" prst="rect">
            <a:avLst/>
          </a:prstGeom>
        </p:spPr>
        <p:txBody>
          <a:bodyPr xmlns:a="http://schemas.openxmlformats.org/drawingml/2006/main">
            <a:noAutofit/>
          </a:bodyPr>
          <a:lstStyle xmlns:a="http://schemas.openxmlformats.org/drawingml/2006/main">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a:lstStyle>
          <a:p xmlns:a="http://schemas.openxmlformats.org/drawingml/2006/main">
            <a:pPr algn="r">
              <a:buNone/>
              <a:defRPr sz="1800">
                <a:solidFill>
                  <a:srgbClr val="000000"/>
                </a:solidFill>
                <a:latin typeface="Arial"/>
                <a:ea typeface="Arial"/>
                <a:cs typeface="Arial"/>
              </a:defRPr>
            </a:pPr>
            <a:fld id="{E2598689-54C9-18A7-3A19-ED76AA08988F}" type="slidenum">
              <a:rPr sz="1800">
                <a:solidFill>
                  <a:srgbClr val="000000"/>
                </a:solidFill>
                <a:latin typeface="Arial"/>
                <a:ea typeface="Arial"/>
                <a:cs typeface="Arial"/>
              </a:rPr>
              <a:t>2</a:t>
            </a:fld>
            <a:endParaRPr>
              <a:latin typeface="Arial"/>
              <a:ea typeface="Arial"/>
              <a:cs typeface="Arial"/>
            </a:endParaRPr>
          </a:p>
        </p:txBody>
      </p:sp>
      <p:sp>
        <p:nvSpPr>
          <p:cNvPr id="3" name="文本框 2">
            <a:extLst xmlns:a="http://schemas.openxmlformats.org/drawingml/2006/main">
              <a:ext uri="{FF2B5EF4-FFF2-40B4-BE49-F238E27FC236}">
                <a16:creationId xmlns:a16="http://schemas.microsoft.com/office/drawing/2014/main" id="{B7E2D4FF-A7FB-B832-04E8-442A96B4B142}"/>
              </a:ext>
            </a:extLst>
          </p:cNvPr>
          <p:cNvSpPr>
            <a:spLocks xmlns:a="http://schemas.openxmlformats.org/drawingml/2006/main" noGrp="1"/>
          </p:cNvSpPr>
          <p:nvPr/>
        </p:nvSpPr>
        <p:spPr>
          <a:xfrm xmlns:a="http://schemas.openxmlformats.org/drawingml/2006/main">
            <a:off x="657987" y="228600"/>
            <a:ext cx="10858500" cy="480060"/>
          </a:xfrm>
          <a:prstGeom xmlns:a="http://schemas.openxmlformats.org/drawingml/2006/main" prst="rect">
            <a:avLst/>
          </a:prstGeom>
          <a:noFill xmlns:a="http://schemas.openxmlformats.org/drawingml/2006/main"/>
        </p:spPr>
        <p:txBody>
          <a:bodyPr xmlns:a="http://schemas.openxmlformats.org/drawingml/2006/main" wrap="none" lIns="0" tIns="0" rIns="0" bIns="0">
            <a:noAutofit/>
          </a:bodyPr>
          <a:lstStyle xmlns:a="http://schemas.openxmlformats.org/drawingml/2006/main"/>
          <a:p xmlns:a="http://schemas.openxmlformats.org/drawingml/2006/main">
            <a:pPr defTabSz="914400">
              <a:buNone/>
              <a:defRPr sz="2550" b="1">
                <a:solidFill>
                  <a:srgbClr val="0D4C82"/>
                </a:solidFill>
                <a:latin typeface="Arial"/>
                <a:ea typeface="Arial"/>
                <a:cs typeface="Arial"/>
              </a:defRPr>
            </a:pPr>
            <a:r>
              <a:rPr sz="2550" b="1">
                <a:solidFill>
                  <a:srgbClr val="0D4C82"/>
                </a:solidFill>
                <a:latin typeface="Arial"/>
                <a:ea typeface="Arial"/>
                <a:cs typeface="Arial"/>
              </a:rPr>
              <a:t>MET-MAP and SIGMA answer different spatial questions</a:t>
            </a:r>
            <a:endParaRPr sz="2400" b="1">
              <a:solidFill>
                <a:schemeClr val="bg2"/>
              </a:solidFill>
              <a:latin typeface="Arial"/>
              <a:ea typeface="Arial"/>
              <a:cs typeface="Arial"/>
            </a:endParaRPr>
          </a:p>
        </p:txBody>
      </p:sp>
      <p:graphicFrame>
        <p:nvGraphicFramePr>
          <p:cNvPr id="42" name="表格 40"/>
          <p:cNvGraphicFramePr/>
          <p:nvPr/>
        </p:nvGraphicFramePr>
        <p:xfrm>
          <a:off xmlns:a="http://schemas.openxmlformats.org/drawingml/2006/main" x="762000" y="1333500"/>
          <a:ext xmlns:a="http://schemas.openxmlformats.org/drawingml/2006/main" cx="10668000" cy="3619500"/>
        </p:xfrm>
        <a:graphic xmlns:a="http://schemas.openxmlformats.org/drawingml/2006/main">
          <a:graphicData uri="http://schemas.openxmlformats.org/drawingml/2006/table">
            <a:tbl>
              <a:tblPr firstRow="1"/>
              <a:tblGrid>
                <a:gridCol w="2000250"/>
                <a:gridCol w="4333875"/>
                <a:gridCol w="4333875"/>
              </a:tblGrid>
              <a:tr h="904875">
                <a:tc>
                  <a:txBody>
                    <a:bodyPr/>
                    <a:lstStyle/>
                    <a:p>
                      <a:endParaRPr/>
                    </a:p>
                  </a:txBody>
                  <a:tcPr marL="91440" marR="91440" marT="45720" marB="45720" anchor="ctr">
                    <a:solidFill>
                      <a:srgbClr val="0D4C82"/>
                    </a:solidFill>
                  </a:tcPr>
                </a:tc>
                <a:tc>
                  <a:txBody>
                    <a:bodyPr/>
                    <a:lstStyle/>
                    <a:p>
                      <a:pPr algn="l">
                        <a:buNone/>
                      </a:pPr>
                      <a:r>
                        <a:rPr sz="1875" b="1">
                          <a:solidFill>
                            <a:srgbClr val="FFFFFF"/>
                          </a:solidFill>
                          <a:latin typeface="Arial"/>
                          <a:ea typeface="Arial"/>
                          <a:cs typeface="Arial"/>
                        </a:rPr>
                        <a:t>MET-MAP</a:t>
                      </a:r>
                    </a:p>
                  </a:txBody>
                  <a:tcPr marL="91440" marR="91440" marT="45720" marB="45720" anchor="ctr">
                    <a:solidFill>
                      <a:srgbClr val="0D4C82"/>
                    </a:solidFill>
                  </a:tcPr>
                </a:tc>
                <a:tc>
                  <a:txBody>
                    <a:bodyPr/>
                    <a:lstStyle/>
                    <a:p>
                      <a:pPr algn="l">
                        <a:buNone/>
                      </a:pPr>
                      <a:r>
                        <a:rPr sz="1875" b="1">
                          <a:solidFill>
                            <a:srgbClr val="FFFFFF"/>
                          </a:solidFill>
                          <a:latin typeface="Arial"/>
                          <a:ea typeface="Arial"/>
                          <a:cs typeface="Arial"/>
                        </a:rPr>
                        <a:t>SIGMA</a:t>
                      </a:r>
                    </a:p>
                  </a:txBody>
                  <a:tcPr marL="91440" marR="91440" marT="45720" marB="45720" anchor="ctr">
                    <a:solidFill>
                      <a:srgbClr val="0D4C82"/>
                    </a:solidFill>
                  </a:tcPr>
                </a:tc>
              </a:tr>
              <a:tr h="904875">
                <a:tc>
                  <a:txBody>
                    <a:bodyPr/>
                    <a:lstStyle/>
                    <a:p>
                      <a:pPr algn="l">
                        <a:buNone/>
                      </a:pPr>
                      <a:r>
                        <a:rPr sz="1875" b="0">
                          <a:solidFill>
                            <a:srgbClr val="222222"/>
                          </a:solidFill>
                          <a:latin typeface="Arial"/>
                          <a:ea typeface="Arial"/>
                          <a:cs typeface="Arial"/>
                        </a:rPr>
                        <a:t>Question</a:t>
                      </a:r>
                    </a:p>
                  </a:txBody>
                  <a:tcPr marL="91440" marR="91440" marT="45720" marB="45720" anchor="ctr">
                    <a:solidFill>
                      <a:srgbClr val="FFFFFF"/>
                    </a:solidFill>
                  </a:tcPr>
                </a:tc>
                <a:tc>
                  <a:txBody>
                    <a:bodyPr/>
                    <a:lstStyle/>
                    <a:p>
                      <a:pPr algn="l">
                        <a:buNone/>
                      </a:pPr>
                      <a:r>
                        <a:rPr sz="1875" b="0">
                          <a:solidFill>
                            <a:srgbClr val="222222"/>
                          </a:solidFill>
                          <a:latin typeface="Arial"/>
                          <a:ea typeface="Arial"/>
                          <a:cs typeface="Arial"/>
                        </a:rPr>
                        <a:t>Which continuous spatial gradients</a:t>
                      </a:r>
                    </a:p>
                    <a:p>
                      <a:pPr algn="l">
                        <a:buNone/>
                      </a:pPr>
                      <a:r>
                        <a:rPr sz="1875" b="0">
                          <a:solidFill>
                            <a:srgbClr val="222222"/>
                          </a:solidFill>
                          <a:latin typeface="Arial"/>
                          <a:ea typeface="Arial"/>
                          <a:cs typeface="Arial"/>
                        </a:rPr>
                        <a:t>explain MSI variation?</a:t>
                      </a:r>
                    </a:p>
                  </a:txBody>
                  <a:tcPr marL="91440" marR="91440" marT="45720" marB="45720" anchor="ctr">
                    <a:solidFill>
                      <a:srgbClr val="FFFFFF"/>
                    </a:solidFill>
                  </a:tcPr>
                </a:tc>
                <a:tc>
                  <a:txBody>
                    <a:bodyPr/>
                    <a:lstStyle/>
                    <a:p>
                      <a:pPr algn="l">
                        <a:buNone/>
                      </a:pPr>
                      <a:r>
                        <a:rPr sz="1875" b="0">
                          <a:solidFill>
                            <a:srgbClr val="222222"/>
                          </a:solidFill>
                          <a:latin typeface="Arial"/>
                          <a:ea typeface="Arial"/>
                          <a:cs typeface="Arial"/>
                        </a:rPr>
                        <a:t>How does MSI vary around a</a:t>
                      </a:r>
                    </a:p>
                    <a:p>
                      <a:pPr algn="l">
                        <a:buNone/>
                      </a:pPr>
                      <a:r>
                        <a:rPr sz="1875" b="0">
                          <a:solidFill>
                            <a:srgbClr val="222222"/>
                          </a:solidFill>
                          <a:latin typeface="Arial"/>
                          <a:ea typeface="Arial"/>
                          <a:cs typeface="Arial"/>
                        </a:rPr>
                        <a:t>learned pathological interface?</a:t>
                      </a:r>
                    </a:p>
                  </a:txBody>
                  <a:tcPr marL="91440" marR="91440" marT="45720" marB="45720" anchor="ctr">
                    <a:solidFill>
                      <a:srgbClr val="FFFFFF"/>
                    </a:solidFill>
                  </a:tcPr>
                </a:tc>
              </a:tr>
              <a:tr h="904875">
                <a:tc>
                  <a:txBody>
                    <a:bodyPr/>
                    <a:lstStyle/>
                    <a:p>
                      <a:pPr algn="l">
                        <a:buNone/>
                      </a:pPr>
                      <a:r>
                        <a:rPr sz="1875" b="0">
                          <a:solidFill>
                            <a:srgbClr val="222222"/>
                          </a:solidFill>
                          <a:latin typeface="Arial"/>
                          <a:ea typeface="Arial"/>
                          <a:cs typeface="Arial"/>
                        </a:rPr>
                        <a:t>Training information</a:t>
                      </a:r>
                    </a:p>
                  </a:txBody>
                  <a:tcPr marL="91440" marR="91440" marT="45720" marB="45720" anchor="ctr">
                    <a:solidFill>
                      <a:srgbClr val="FFFFFF"/>
                    </a:solidFill>
                  </a:tcPr>
                </a:tc>
                <a:tc>
                  <a:txBody>
                    <a:bodyPr/>
                    <a:lstStyle/>
                    <a:p>
                      <a:pPr algn="l">
                        <a:buNone/>
                      </a:pPr>
                      <a:r>
                        <a:rPr sz="1875" b="0">
                          <a:solidFill>
                            <a:srgbClr val="222222"/>
                          </a:solidFill>
                          <a:latin typeface="Arial"/>
                          <a:ea typeface="Arial"/>
                          <a:cs typeface="Arial"/>
                        </a:rPr>
                        <a:t>MSI and spatial coordinates</a:t>
                      </a:r>
                    </a:p>
                  </a:txBody>
                  <a:tcPr marL="91440" marR="91440" marT="45720" marB="45720" anchor="ctr">
                    <a:solidFill>
                      <a:srgbClr val="FFFFFF"/>
                    </a:solidFill>
                  </a:tcPr>
                </a:tc>
                <a:tc>
                  <a:txBody>
                    <a:bodyPr/>
                    <a:lstStyle/>
                    <a:p>
                      <a:pPr algn="l">
                        <a:buNone/>
                      </a:pPr>
                      <a:r>
                        <a:rPr sz="1875" b="0">
                          <a:solidFill>
                            <a:srgbClr val="222222"/>
                          </a:solidFill>
                          <a:latin typeface="Arial"/>
                          <a:ea typeface="Arial"/>
                          <a:cs typeface="Arial"/>
                        </a:rPr>
                        <a:t>MSI, coordinates, label anchors</a:t>
                      </a:r>
                    </a:p>
                    <a:p>
                      <a:pPr algn="l">
                        <a:buNone/>
                      </a:pPr>
                      <a:r>
                        <a:rPr sz="1875" b="0">
                          <a:solidFill>
                            <a:srgbClr val="222222"/>
                          </a:solidFill>
                          <a:latin typeface="Arial"/>
                          <a:ea typeface="Arial"/>
                          <a:cs typeface="Arial"/>
                        </a:rPr>
                        <a:t>and an RNA target in this run</a:t>
                      </a:r>
                    </a:p>
                  </a:txBody>
                  <a:tcPr marL="91440" marR="91440" marT="45720" marB="45720" anchor="ctr">
                    <a:solidFill>
                      <a:srgbClr val="FFFFFF"/>
                    </a:solidFill>
                  </a:tcPr>
                </a:tc>
              </a:tr>
              <a:tr h="904875">
                <a:tc>
                  <a:txBody>
                    <a:bodyPr/>
                    <a:lstStyle/>
                    <a:p>
                      <a:pPr algn="l">
                        <a:buNone/>
                      </a:pPr>
                      <a:r>
                        <a:rPr sz="1875" b="0">
                          <a:solidFill>
                            <a:srgbClr val="222222"/>
                          </a:solidFill>
                          <a:latin typeface="Arial"/>
                          <a:ea typeface="Arial"/>
                          <a:cs typeface="Arial"/>
                        </a:rPr>
                        <a:t>Main output</a:t>
                      </a:r>
                    </a:p>
                  </a:txBody>
                  <a:tcPr marL="91440" marR="91440" marT="45720" marB="45720" anchor="ctr">
                    <a:solidFill>
                      <a:srgbClr val="FFFFFF"/>
                    </a:solidFill>
                  </a:tcPr>
                </a:tc>
                <a:tc>
                  <a:txBody>
                    <a:bodyPr/>
                    <a:lstStyle/>
                    <a:p>
                      <a:pPr algn="l">
                        <a:buNone/>
                      </a:pPr>
                      <a:r>
                        <a:rPr sz="1875" b="0">
                          <a:solidFill>
                            <a:srgbClr val="222222"/>
                          </a:solidFill>
                          <a:latin typeface="Arial"/>
                          <a:ea typeface="Arial"/>
                          <a:cs typeface="Arial"/>
                        </a:rPr>
                        <a:t>Three continuous isodepths</a:t>
                      </a:r>
                    </a:p>
                    <a:p>
                      <a:pPr algn="l">
                        <a:buNone/>
                      </a:pPr>
                      <a:r>
                        <a:rPr sz="1875" b="0">
                          <a:solidFill>
                            <a:srgbClr val="222222"/>
                          </a:solidFill>
                          <a:latin typeface="Arial"/>
                          <a:ea typeface="Arial"/>
                          <a:cs typeface="Arial"/>
                        </a:rPr>
                        <a:t>and MSI reconstruction</a:t>
                      </a:r>
                    </a:p>
                  </a:txBody>
                  <a:tcPr marL="91440" marR="91440" marT="45720" marB="45720" anchor="ctr">
                    <a:solidFill>
                      <a:srgbClr val="FFFFFF"/>
                    </a:solidFill>
                  </a:tcPr>
                </a:tc>
                <a:tc>
                  <a:txBody>
                    <a:bodyPr/>
                    <a:lstStyle/>
                    <a:p>
                      <a:pPr algn="l">
                        <a:buNone/>
                      </a:pPr>
                      <a:r>
                        <a:rPr sz="1875" b="0">
                          <a:solidFill>
                            <a:srgbClr val="222222"/>
                          </a:solidFill>
                          <a:latin typeface="Arial"/>
                          <a:ea typeface="Arial"/>
                          <a:cs typeface="Arial"/>
                        </a:rPr>
                        <a:t>Region score, boundary spots</a:t>
                      </a:r>
                    </a:p>
                    <a:p>
                      <a:pPr algn="l">
                        <a:buNone/>
                      </a:pPr>
                      <a:r>
                        <a:rPr sz="1875" b="0">
                          <a:solidFill>
                            <a:srgbClr val="222222"/>
                          </a:solidFill>
                          <a:latin typeface="Arial"/>
                          <a:ea typeface="Arial"/>
                          <a:cs typeface="Arial"/>
                        </a:rPr>
                        <a:t>and signed distance</a:t>
                      </a:r>
                    </a:p>
                  </a:txBody>
                  <a:tcPr marL="91440" marR="91440" marT="45720" marB="45720" anchor="ctr">
                    <a:solidFill>
                      <a:srgbClr val="FFFFFF"/>
                    </a:solidFill>
                  </a:tcPr>
                </a:tc>
              </a:tr>
            </a:tbl>
          </a:graphicData>
        </a:graphic>
      </p:graphicFrame>
      <p:sp>
        <p:nvSpPr>
          <p:cNvPr id="38" name="The lesson follows each method from input arr">
            <a:extLst xmlns:a="http://schemas.openxmlformats.org/drawingml/2006/main">
              <a:ext uri="{FF2B5EF4-FFF2-40B4-BE49-F238E27FC236}">
                <a16:creationId xmlns:a16="http://schemas.microsoft.com/office/drawing/2014/main" id="{D8055F36-F812-41DA-B113-46F936F7E9DA}"/>
              </a:ext>
            </a:extLst>
          </p:cNvPr>
          <p:cNvSpPr>
            <a:spLocks xmlns:a="http://schemas.openxmlformats.org/drawingml/2006/main" noGrp="1"/>
          </p:cNvSpPr>
          <p:nvPr/>
        </p:nvSpPr>
        <p:spPr>
          <a:xfrm xmlns:a="http://schemas.openxmlformats.org/drawingml/2006/main">
            <a:off x="752475" y="54292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0D4C82"/>
                </a:solidFill>
                <a:latin typeface="Arial"/>
                <a:ea typeface="Arial"/>
                <a:cs typeface="Arial"/>
              </a:defRPr>
            </a:pPr>
            <a:r>
              <a:rPr sz="1800" b="0">
                <a:solidFill>
                  <a:srgbClr val="0D4C82"/>
                </a:solidFill>
                <a:latin typeface="Arial"/>
                <a:ea typeface="Arial"/>
                <a:cs typeface="Arial"/>
              </a:rPr>
              <a:t>The lesson follows each method from input arrays to the saved BC-515 results.</a:t>
            </a:r>
          </a:p>
        </p:txBody>
      </p:sp>
    </p:spTree>
    <p:extLst>
      <p:ext uri="{BB962C8B-B14F-4D97-AF65-F5344CB8AC3E}">
        <p14:creationId xmlns:p14="http://schemas.microsoft.com/office/powerpoint/2010/main" val="62026000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6" name="灯片编号占位符 18">
            <a:extLst xmlns:a="http://schemas.openxmlformats.org/drawingml/2006/main">
              <a:ext uri="{FF2B5EF4-FFF2-40B4-BE49-F238E27FC236}">
                <a16:creationId xmlns:a16="http://schemas.microsoft.com/office/drawing/2014/main" id="{B311809E-7174-EF81-2BDE-4FC1B4CF1C4C}"/>
              </a:ext>
            </a:extLst>
          </p:cNvPr>
          <p:cNvSpPr>
            <a:spLocks xmlns:a="http://schemas.openxmlformats.org/drawingml/2006/main" noGrp="1"/>
          </p:cNvSpPr>
          <p:nvPr/>
        </p:nvSpPr>
        <p:spPr>
          <a:xfrm xmlns:a="http://schemas.openxmlformats.org/drawingml/2006/main">
            <a:off x="9302750" y="6356350"/>
            <a:ext cx="2743200" cy="365125"/>
          </a:xfrm>
          <a:prstGeom xmlns:a="http://schemas.openxmlformats.org/drawingml/2006/main" prst="rect">
            <a:avLst/>
          </a:prstGeom>
        </p:spPr>
        <p:txBody>
          <a:bodyPr xmlns:a="http://schemas.openxmlformats.org/drawingml/2006/main">
            <a:noAutofit/>
          </a:bodyPr>
          <a:lstStyle xmlns:a="http://schemas.openxmlformats.org/drawingml/2006/main">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a:lstStyle>
          <a:p xmlns:a="http://schemas.openxmlformats.org/drawingml/2006/main">
            <a:pPr algn="r">
              <a:buNone/>
              <a:defRPr sz="1800">
                <a:solidFill>
                  <a:srgbClr val="000000"/>
                </a:solidFill>
                <a:latin typeface="Arial"/>
                <a:ea typeface="Arial"/>
                <a:cs typeface="Arial"/>
              </a:defRPr>
            </a:pPr>
            <a:fld id="{202359C0-8A7A-196E-DD58-8E6569619F09}" type="slidenum">
              <a:rPr sz="1800">
                <a:solidFill>
                  <a:srgbClr val="000000"/>
                </a:solidFill>
                <a:latin typeface="Arial"/>
                <a:ea typeface="Arial"/>
                <a:cs typeface="Arial"/>
              </a:rPr>
              <a:t>3</a:t>
            </a:fld>
            <a:endParaRPr>
              <a:latin typeface="Arial"/>
              <a:ea typeface="Arial"/>
              <a:cs typeface="Arial"/>
            </a:endParaRPr>
          </a:p>
        </p:txBody>
      </p:sp>
      <p:sp>
        <p:nvSpPr>
          <p:cNvPr id="3" name="文本框 2">
            <a:extLst xmlns:a="http://schemas.openxmlformats.org/drawingml/2006/main">
              <a:ext uri="{FF2B5EF4-FFF2-40B4-BE49-F238E27FC236}">
                <a16:creationId xmlns:a16="http://schemas.microsoft.com/office/drawing/2014/main" id="{B7E2D4FF-A7FB-B832-04E8-442A96B4B142}"/>
              </a:ext>
            </a:extLst>
          </p:cNvPr>
          <p:cNvSpPr>
            <a:spLocks xmlns:a="http://schemas.openxmlformats.org/drawingml/2006/main" noGrp="1"/>
          </p:cNvSpPr>
          <p:nvPr/>
        </p:nvSpPr>
        <p:spPr>
          <a:xfrm xmlns:a="http://schemas.openxmlformats.org/drawingml/2006/main">
            <a:off x="657987" y="228600"/>
            <a:ext cx="10858500" cy="480060"/>
          </a:xfrm>
          <a:prstGeom xmlns:a="http://schemas.openxmlformats.org/drawingml/2006/main" prst="rect">
            <a:avLst/>
          </a:prstGeom>
          <a:noFill xmlns:a="http://schemas.openxmlformats.org/drawingml/2006/main"/>
        </p:spPr>
        <p:txBody>
          <a:bodyPr xmlns:a="http://schemas.openxmlformats.org/drawingml/2006/main" wrap="none" lIns="0" tIns="0" rIns="0" bIns="0">
            <a:noAutofit/>
          </a:bodyPr>
          <a:lstStyle xmlns:a="http://schemas.openxmlformats.org/drawingml/2006/main"/>
          <a:p xmlns:a="http://schemas.openxmlformats.org/drawingml/2006/main">
            <a:pPr defTabSz="914400">
              <a:buNone/>
              <a:defRPr sz="2550" b="1">
                <a:solidFill>
                  <a:srgbClr val="0D4C82"/>
                </a:solidFill>
                <a:latin typeface="Arial"/>
                <a:ea typeface="Arial"/>
                <a:cs typeface="Arial"/>
              </a:defRPr>
            </a:pPr>
            <a:r>
              <a:rPr sz="2550" b="1">
                <a:solidFill>
                  <a:srgbClr val="0D4C82"/>
                </a:solidFill>
                <a:latin typeface="Arial"/>
                <a:ea typeface="Arial"/>
                <a:cs typeface="Arial"/>
              </a:rPr>
              <a:t>BC-515: one tissue section</a:t>
            </a:r>
            <a:endParaRPr sz="2400" b="1">
              <a:solidFill>
                <a:schemeClr val="bg2"/>
              </a:solidFill>
              <a:latin typeface="Arial"/>
              <a:ea typeface="Arial"/>
              <a:cs typeface="Arial"/>
            </a:endParaRPr>
          </a:p>
        </p:txBody>
      </p:sp>
      <p:pic>
        <p:nvPicPr>
          <p:cNvPr id="46" name="图片 44"/>
          <p:cNvPicPr>
            <a:picLocks xmlns:a="http://schemas.openxmlformats.org/drawingml/2006/main" noChangeAspect="1"/>
          </p:cNvPicPr>
          <p:nvPr/>
        </p:nvPicPr>
        <p:blipFill>
          <a:blip xmlns:r="http://schemas.openxmlformats.org/officeDocument/2006/relationships" xmlns:a="http://schemas.openxmlformats.org/drawingml/2006/main" r:embed="R8aa89ff25b3241da"/>
          <a:stretch xmlns:a="http://schemas.openxmlformats.org/drawingml/2006/main"/>
        </p:blipFill>
        <p:spPr>
          <a:xfrm xmlns:a="http://schemas.openxmlformats.org/drawingml/2006/main">
            <a:off x="953262" y="1219200"/>
            <a:ext cx="5827776" cy="4552950"/>
          </a:xfrm>
          <a:prstGeom xmlns:a="http://schemas.openxmlformats.org/drawingml/2006/main" prst="rect">
            <a:avLst/>
          </a:prstGeom>
        </p:spPr>
      </p:pic>
      <p:sp>
        <p:nvSpPr>
          <p:cNvPr id="38" name="3,508 spots">
            <a:extLst xmlns:a="http://schemas.openxmlformats.org/drawingml/2006/main">
              <a:ext uri="{FF2B5EF4-FFF2-40B4-BE49-F238E27FC236}">
                <a16:creationId xmlns:a16="http://schemas.microsoft.com/office/drawing/2014/main" id="{18749657-95BD-4906-8D36-24CAE1258345}"/>
              </a:ext>
            </a:extLst>
          </p:cNvPr>
          <p:cNvSpPr>
            <a:spLocks xmlns:a="http://schemas.openxmlformats.org/drawingml/2006/main" noGrp="1"/>
          </p:cNvSpPr>
          <p:nvPr/>
        </p:nvSpPr>
        <p:spPr>
          <a:xfrm xmlns:a="http://schemas.openxmlformats.org/drawingml/2006/main">
            <a:off x="7524750" y="1495425"/>
            <a:ext cx="404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0D4C82"/>
                </a:solidFill>
                <a:latin typeface="Arial"/>
                <a:ea typeface="Arial"/>
                <a:cs typeface="Arial"/>
              </a:defRPr>
            </a:pPr>
            <a:r>
              <a:rPr sz="2100" b="1">
                <a:solidFill>
                  <a:srgbClr val="0D4C82"/>
                </a:solidFill>
                <a:latin typeface="Arial"/>
                <a:ea typeface="Arial"/>
                <a:cs typeface="Arial"/>
              </a:rPr>
              <a:t>3,508 spots</a:t>
            </a:r>
          </a:p>
        </p:txBody>
      </p:sp>
      <p:sp>
        <p:nvSpPr>
          <p:cNvPr id="39" name="2,086 measured MSI features&#10;15,953 genes in t">
            <a:extLst xmlns:a="http://schemas.openxmlformats.org/drawingml/2006/main">
              <a:ext uri="{FF2B5EF4-FFF2-40B4-BE49-F238E27FC236}">
                <a16:creationId xmlns:a16="http://schemas.microsoft.com/office/drawing/2014/main" id="{87135101-CD6E-48CF-BB2C-F08439E0254E}"/>
              </a:ext>
            </a:extLst>
          </p:cNvPr>
          <p:cNvSpPr>
            <a:spLocks xmlns:a="http://schemas.openxmlformats.org/drawingml/2006/main" noGrp="1"/>
          </p:cNvSpPr>
          <p:nvPr/>
        </p:nvSpPr>
        <p:spPr>
          <a:xfrm xmlns:a="http://schemas.openxmlformats.org/drawingml/2006/main">
            <a:off x="7524750" y="1962150"/>
            <a:ext cx="40481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222222"/>
                </a:solidFill>
                <a:latin typeface="Arial"/>
                <a:ea typeface="Arial"/>
                <a:cs typeface="Arial"/>
              </a:defRPr>
            </a:pPr>
            <a:r>
              <a:rPr sz="2025" b="0">
                <a:solidFill>
                  <a:srgbClr val="222222"/>
                </a:solidFill>
                <a:latin typeface="Arial"/>
                <a:ea typeface="Arial"/>
                <a:cs typeface="Arial"/>
              </a:rPr>
              <a:t>2,086 measured MSI features</a:t>
            </a:r>
          </a:p>
          <a:p xmlns:a="http://schemas.openxmlformats.org/drawingml/2006/main">
            <a:pPr algn="l">
              <a:buNone/>
              <a:defRPr sz="2025" b="0">
                <a:solidFill>
                  <a:srgbClr val="222222"/>
                </a:solidFill>
                <a:latin typeface="Arial"/>
                <a:ea typeface="Arial"/>
                <a:cs typeface="Arial"/>
              </a:defRPr>
            </a:pPr>
            <a:r>
              <a:rPr sz="2025" b="0">
                <a:solidFill>
                  <a:srgbClr val="222222"/>
                </a:solidFill>
                <a:latin typeface="Arial"/>
                <a:ea typeface="Arial"/>
                <a:cs typeface="Arial"/>
              </a:rPr>
              <a:t>15,953 genes in the RNA matrix</a:t>
            </a:r>
          </a:p>
        </p:txBody>
      </p:sp>
      <p:sp>
        <p:nvSpPr>
          <p:cNvPr id="40" name="Available annotations">
            <a:extLst xmlns:a="http://schemas.openxmlformats.org/drawingml/2006/main">
              <a:ext uri="{FF2B5EF4-FFF2-40B4-BE49-F238E27FC236}">
                <a16:creationId xmlns:a16="http://schemas.microsoft.com/office/drawing/2014/main" id="{CE24B045-9EC8-4C54-9C01-04CDA651449A}"/>
              </a:ext>
            </a:extLst>
          </p:cNvPr>
          <p:cNvSpPr>
            <a:spLocks xmlns:a="http://schemas.openxmlformats.org/drawingml/2006/main" noGrp="1"/>
          </p:cNvSpPr>
          <p:nvPr/>
        </p:nvSpPr>
        <p:spPr>
          <a:xfrm xmlns:a="http://schemas.openxmlformats.org/drawingml/2006/main">
            <a:off x="7524750" y="3152775"/>
            <a:ext cx="404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0D4C82"/>
                </a:solidFill>
                <a:latin typeface="Arial"/>
                <a:ea typeface="Arial"/>
                <a:cs typeface="Arial"/>
              </a:defRPr>
            </a:pPr>
            <a:r>
              <a:rPr sz="2100" b="1">
                <a:solidFill>
                  <a:srgbClr val="0D4C82"/>
                </a:solidFill>
                <a:latin typeface="Arial"/>
                <a:ea typeface="Arial"/>
                <a:cs typeface="Arial"/>
              </a:rPr>
              <a:t>Available annotations</a:t>
            </a:r>
          </a:p>
        </p:txBody>
      </p:sp>
      <p:sp>
        <p:nvSpPr>
          <p:cNvPr id="41" name="Stroma: 2,707&#10;Tumor: 724&#10;Unlabelled: 77">
            <a:extLst xmlns:a="http://schemas.openxmlformats.org/drawingml/2006/main">
              <a:ext uri="{FF2B5EF4-FFF2-40B4-BE49-F238E27FC236}">
                <a16:creationId xmlns:a16="http://schemas.microsoft.com/office/drawing/2014/main" id="{7D743745-BD71-47B6-A1F5-A0CC6FAFF989}"/>
              </a:ext>
            </a:extLst>
          </p:cNvPr>
          <p:cNvSpPr>
            <a:spLocks xmlns:a="http://schemas.openxmlformats.org/drawingml/2006/main" noGrp="1"/>
          </p:cNvSpPr>
          <p:nvPr/>
        </p:nvSpPr>
        <p:spPr>
          <a:xfrm xmlns:a="http://schemas.openxmlformats.org/drawingml/2006/main">
            <a:off x="7524750" y="3619500"/>
            <a:ext cx="40481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222222"/>
                </a:solidFill>
                <a:latin typeface="Arial"/>
                <a:ea typeface="Arial"/>
                <a:cs typeface="Arial"/>
              </a:defRPr>
            </a:pPr>
            <a:r>
              <a:rPr sz="2025" b="0">
                <a:solidFill>
                  <a:srgbClr val="222222"/>
                </a:solidFill>
                <a:latin typeface="Arial"/>
                <a:ea typeface="Arial"/>
                <a:cs typeface="Arial"/>
              </a:rPr>
              <a:t>Stroma: 2,707</a:t>
            </a:r>
          </a:p>
          <a:p xmlns:a="http://schemas.openxmlformats.org/drawingml/2006/main">
            <a:pPr algn="l">
              <a:buNone/>
              <a:defRPr sz="2025" b="0">
                <a:solidFill>
                  <a:srgbClr val="222222"/>
                </a:solidFill>
                <a:latin typeface="Arial"/>
                <a:ea typeface="Arial"/>
                <a:cs typeface="Arial"/>
              </a:defRPr>
            </a:pPr>
            <a:r>
              <a:rPr sz="2025" b="0">
                <a:solidFill>
                  <a:srgbClr val="222222"/>
                </a:solidFill>
                <a:latin typeface="Arial"/>
                <a:ea typeface="Arial"/>
                <a:cs typeface="Arial"/>
              </a:rPr>
              <a:t>Tumor: 724</a:t>
            </a:r>
          </a:p>
          <a:p xmlns:a="http://schemas.openxmlformats.org/drawingml/2006/main">
            <a:pPr algn="l">
              <a:buNone/>
              <a:defRPr sz="2025" b="0">
                <a:solidFill>
                  <a:srgbClr val="222222"/>
                </a:solidFill>
                <a:latin typeface="Arial"/>
                <a:ea typeface="Arial"/>
                <a:cs typeface="Arial"/>
              </a:defRPr>
            </a:pPr>
            <a:r>
              <a:rPr sz="2025" b="0">
                <a:solidFill>
                  <a:srgbClr val="222222"/>
                </a:solidFill>
                <a:latin typeface="Arial"/>
                <a:ea typeface="Arial"/>
                <a:cs typeface="Arial"/>
              </a:rPr>
              <a:t>Unlabelled: 77</a:t>
            </a:r>
          </a:p>
        </p:txBody>
      </p:sp>
      <p:sp>
        <p:nvSpPr>
          <p:cNvPr id="42" name="All spots and measured MSI features remain in">
            <a:extLst xmlns:a="http://schemas.openxmlformats.org/drawingml/2006/main">
              <a:ext uri="{FF2B5EF4-FFF2-40B4-BE49-F238E27FC236}">
                <a16:creationId xmlns:a16="http://schemas.microsoft.com/office/drawing/2014/main" id="{21981854-F89F-4272-92A5-BBCD932AA099}"/>
              </a:ext>
            </a:extLst>
          </p:cNvPr>
          <p:cNvSpPr>
            <a:spLocks xmlns:a="http://schemas.openxmlformats.org/drawingml/2006/main" noGrp="1"/>
          </p:cNvSpPr>
          <p:nvPr/>
        </p:nvSpPr>
        <p:spPr>
          <a:xfrm xmlns:a="http://schemas.openxmlformats.org/drawingml/2006/main">
            <a:off x="752475" y="59817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0D4C82"/>
                </a:solidFill>
                <a:latin typeface="Arial"/>
                <a:ea typeface="Arial"/>
                <a:cs typeface="Arial"/>
              </a:defRPr>
            </a:pPr>
            <a:r>
              <a:rPr sz="1800" b="0">
                <a:solidFill>
                  <a:srgbClr val="0D4C82"/>
                </a:solidFill>
                <a:latin typeface="Arial"/>
                <a:ea typeface="Arial"/>
                <a:cs typeface="Arial"/>
              </a:rPr>
              <a:t>All spots and measured MSI features remain in the analysis.</a:t>
            </a:r>
          </a:p>
        </p:txBody>
      </p:sp>
    </p:spTree>
    <p:extLst>
      <p:ext uri="{BB962C8B-B14F-4D97-AF65-F5344CB8AC3E}">
        <p14:creationId xmlns:p14="http://schemas.microsoft.com/office/powerpoint/2010/main" val="62026000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6" name="灯片编号占位符 18">
            <a:extLst xmlns:a="http://schemas.openxmlformats.org/drawingml/2006/main">
              <a:ext uri="{FF2B5EF4-FFF2-40B4-BE49-F238E27FC236}">
                <a16:creationId xmlns:a16="http://schemas.microsoft.com/office/drawing/2014/main" id="{B311809E-7174-EF81-2BDE-4FC1B4CF1C4C}"/>
              </a:ext>
            </a:extLst>
          </p:cNvPr>
          <p:cNvSpPr>
            <a:spLocks xmlns:a="http://schemas.openxmlformats.org/drawingml/2006/main" noGrp="1"/>
          </p:cNvSpPr>
          <p:nvPr/>
        </p:nvSpPr>
        <p:spPr>
          <a:xfrm xmlns:a="http://schemas.openxmlformats.org/drawingml/2006/main">
            <a:off x="9302750" y="6356350"/>
            <a:ext cx="2743200" cy="365125"/>
          </a:xfrm>
          <a:prstGeom xmlns:a="http://schemas.openxmlformats.org/drawingml/2006/main" prst="rect">
            <a:avLst/>
          </a:prstGeom>
        </p:spPr>
        <p:txBody>
          <a:bodyPr xmlns:a="http://schemas.openxmlformats.org/drawingml/2006/main">
            <a:noAutofit/>
          </a:bodyPr>
          <a:lstStyle xmlns:a="http://schemas.openxmlformats.org/drawingml/2006/main">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a:lstStyle>
          <a:p xmlns:a="http://schemas.openxmlformats.org/drawingml/2006/main">
            <a:pPr algn="r">
              <a:buNone/>
              <a:defRPr sz="1800">
                <a:solidFill>
                  <a:srgbClr val="000000"/>
                </a:solidFill>
                <a:latin typeface="Arial"/>
                <a:ea typeface="Arial"/>
                <a:cs typeface="Arial"/>
              </a:defRPr>
            </a:pPr>
            <a:fld id="{EFD6AB9A-5F9E-5F59-51AB-3C8734130965}" type="slidenum">
              <a:rPr sz="1800">
                <a:solidFill>
                  <a:srgbClr val="000000"/>
                </a:solidFill>
                <a:latin typeface="Arial"/>
                <a:ea typeface="Arial"/>
                <a:cs typeface="Arial"/>
              </a:rPr>
              <a:t>4</a:t>
            </a:fld>
            <a:endParaRPr>
              <a:latin typeface="Arial"/>
              <a:ea typeface="Arial"/>
              <a:cs typeface="Arial"/>
            </a:endParaRPr>
          </a:p>
        </p:txBody>
      </p:sp>
      <p:sp>
        <p:nvSpPr>
          <p:cNvPr id="3" name="文本框 2">
            <a:extLst xmlns:a="http://schemas.openxmlformats.org/drawingml/2006/main">
              <a:ext uri="{FF2B5EF4-FFF2-40B4-BE49-F238E27FC236}">
                <a16:creationId xmlns:a16="http://schemas.microsoft.com/office/drawing/2014/main" id="{B7E2D4FF-A7FB-B832-04E8-442A96B4B142}"/>
              </a:ext>
            </a:extLst>
          </p:cNvPr>
          <p:cNvSpPr>
            <a:spLocks xmlns:a="http://schemas.openxmlformats.org/drawingml/2006/main" noGrp="1"/>
          </p:cNvSpPr>
          <p:nvPr/>
        </p:nvSpPr>
        <p:spPr>
          <a:xfrm xmlns:a="http://schemas.openxmlformats.org/drawingml/2006/main">
            <a:off x="657987" y="228600"/>
            <a:ext cx="10858500" cy="480060"/>
          </a:xfrm>
          <a:prstGeom xmlns:a="http://schemas.openxmlformats.org/drawingml/2006/main" prst="rect">
            <a:avLst/>
          </a:prstGeom>
          <a:noFill xmlns:a="http://schemas.openxmlformats.org/drawingml/2006/main"/>
        </p:spPr>
        <p:txBody>
          <a:bodyPr xmlns:a="http://schemas.openxmlformats.org/drawingml/2006/main" wrap="none" lIns="0" tIns="0" rIns="0" bIns="0">
            <a:noAutofit/>
          </a:bodyPr>
          <a:lstStyle xmlns:a="http://schemas.openxmlformats.org/drawingml/2006/main"/>
          <a:p xmlns:a="http://schemas.openxmlformats.org/drawingml/2006/main">
            <a:pPr defTabSz="914400">
              <a:buNone/>
              <a:defRPr sz="2550" b="1">
                <a:solidFill>
                  <a:srgbClr val="0D4C82"/>
                </a:solidFill>
                <a:latin typeface="Arial"/>
                <a:ea typeface="Arial"/>
                <a:cs typeface="Arial"/>
              </a:defRPr>
            </a:pPr>
            <a:r>
              <a:rPr sz="2550" b="1">
                <a:solidFill>
                  <a:srgbClr val="0D4C82"/>
                </a:solidFill>
                <a:latin typeface="Arial"/>
                <a:ea typeface="Arial"/>
                <a:cs typeface="Arial"/>
              </a:rPr>
              <a:t>Four notebooks, two implementation comparisons</a:t>
            </a:r>
            <a:endParaRPr sz="2400" b="1">
              <a:solidFill>
                <a:schemeClr val="bg2"/>
              </a:solidFill>
              <a:latin typeface="Arial"/>
              <a:ea typeface="Arial"/>
              <a:cs typeface="Arial"/>
            </a:endParaRPr>
          </a:p>
        </p:txBody>
      </p:sp>
      <p:graphicFrame>
        <p:nvGraphicFramePr>
          <p:cNvPr id="43" name="表格 41"/>
          <p:cNvGraphicFramePr/>
          <p:nvPr/>
        </p:nvGraphicFramePr>
        <p:xfrm>
          <a:off xmlns:a="http://schemas.openxmlformats.org/drawingml/2006/main" x="762000" y="1285875"/>
          <a:ext xmlns:a="http://schemas.openxmlformats.org/drawingml/2006/main" cx="10668000" cy="3857625"/>
        </p:xfrm>
        <a:graphic xmlns:a="http://schemas.openxmlformats.org/drawingml/2006/main">
          <a:graphicData uri="http://schemas.openxmlformats.org/drawingml/2006/table">
            <a:tbl>
              <a:tblPr firstRow="1"/>
              <a:tblGrid>
                <a:gridCol w="4143375"/>
                <a:gridCol w="4667250"/>
                <a:gridCol w="1857375"/>
              </a:tblGrid>
              <a:tr h="771525">
                <a:tc>
                  <a:txBody>
                    <a:bodyPr/>
                    <a:lstStyle/>
                    <a:p>
                      <a:pPr algn="l">
                        <a:buNone/>
                      </a:pPr>
                      <a:r>
                        <a:rPr sz="1800" b="1">
                          <a:solidFill>
                            <a:srgbClr val="FFFFFF"/>
                          </a:solidFill>
                          <a:latin typeface="Arial"/>
                          <a:ea typeface="Arial"/>
                          <a:cs typeface="Arial"/>
                        </a:rPr>
                        <a:t>Notebook</a:t>
                      </a:r>
                    </a:p>
                  </a:txBody>
                  <a:tcPr marL="91440" marR="91440" marT="45720" marB="45720" anchor="ctr">
                    <a:solidFill>
                      <a:srgbClr val="0D4C82"/>
                    </a:solidFill>
                  </a:tcPr>
                </a:tc>
                <a:tc>
                  <a:txBody>
                    <a:bodyPr/>
                    <a:lstStyle/>
                    <a:p>
                      <a:pPr algn="l">
                        <a:buNone/>
                      </a:pPr>
                      <a:r>
                        <a:rPr sz="1800" b="1">
                          <a:solidFill>
                            <a:srgbClr val="FFFFFF"/>
                          </a:solidFill>
                          <a:latin typeface="Arial"/>
                          <a:ea typeface="Arial"/>
                          <a:cs typeface="Arial"/>
                        </a:rPr>
                        <a:t>Implementation</a:t>
                      </a:r>
                    </a:p>
                  </a:txBody>
                  <a:tcPr marL="91440" marR="91440" marT="45720" marB="45720" anchor="ctr">
                    <a:solidFill>
                      <a:srgbClr val="0D4C82"/>
                    </a:solidFill>
                  </a:tcPr>
                </a:tc>
                <a:tc>
                  <a:txBody>
                    <a:bodyPr/>
                    <a:lstStyle/>
                    <a:p>
                      <a:pPr algn="l">
                        <a:buNone/>
                      </a:pPr>
                      <a:r>
                        <a:rPr sz="1800" b="1">
                          <a:solidFill>
                            <a:srgbClr val="FFFFFF"/>
                          </a:solidFill>
                          <a:latin typeface="Arial"/>
                          <a:ea typeface="Arial"/>
                          <a:cs typeface="Arial"/>
                        </a:rPr>
                        <a:t>Pair</a:t>
                      </a:r>
                    </a:p>
                  </a:txBody>
                  <a:tcPr marL="91440" marR="91440" marT="45720" marB="45720" anchor="ctr">
                    <a:solidFill>
                      <a:srgbClr val="0D4C82"/>
                    </a:solidFill>
                  </a:tcPr>
                </a:tc>
              </a:tr>
              <a:tr h="771525">
                <a:tc>
                  <a:txBody>
                    <a:bodyPr/>
                    <a:lstStyle/>
                    <a:p>
                      <a:pPr algn="l">
                        <a:buNone/>
                      </a:pPr>
                      <a:r>
                        <a:rPr sz="1800" b="0">
                          <a:solidFill>
                            <a:srgbClr val="222222"/>
                          </a:solidFill>
                          <a:latin typeface="Arial"/>
                          <a:ea typeface="Arial"/>
                          <a:cs typeface="Arial"/>
                        </a:rPr>
                        <a:t>01_METMAP_library.ipynb</a:t>
                      </a:r>
                    </a:p>
                  </a:txBody>
                  <a:tcPr marL="91440" marR="91440" marT="45720" marB="45720" anchor="ctr">
                    <a:solidFill>
                      <a:srgbClr val="FFFFFF"/>
                    </a:solidFill>
                  </a:tcPr>
                </a:tc>
                <a:tc>
                  <a:txBody>
                    <a:bodyPr/>
                    <a:lstStyle/>
                    <a:p>
                      <a:pPr algn="l">
                        <a:buNone/>
                      </a:pPr>
                      <a:r>
                        <a:rPr sz="1800" b="0">
                          <a:solidFill>
                            <a:srgbClr val="222222"/>
                          </a:solidFill>
                          <a:latin typeface="Arial"/>
                          <a:ea typeface="Arial"/>
                          <a:cs typeface="Arial"/>
                        </a:rPr>
                        <a:t>Official multi_gaston source</a:t>
                      </a:r>
                    </a:p>
                  </a:txBody>
                  <a:tcPr marL="91440" marR="91440" marT="45720" marB="45720" anchor="ctr">
                    <a:solidFill>
                      <a:srgbClr val="FFFFFF"/>
                    </a:solidFill>
                  </a:tcPr>
                </a:tc>
                <a:tc>
                  <a:txBody>
                    <a:bodyPr/>
                    <a:lstStyle/>
                    <a:p>
                      <a:pPr algn="l">
                        <a:buNone/>
                      </a:pPr>
                      <a:r>
                        <a:rPr sz="1800" b="0">
                          <a:solidFill>
                            <a:srgbClr val="222222"/>
                          </a:solidFill>
                          <a:latin typeface="Arial"/>
                          <a:ea typeface="Arial"/>
                          <a:cs typeface="Arial"/>
                        </a:rPr>
                        <a:t>01 with 03</a:t>
                      </a:r>
                    </a:p>
                  </a:txBody>
                  <a:tcPr marL="91440" marR="91440" marT="45720" marB="45720" anchor="ctr">
                    <a:solidFill>
                      <a:srgbClr val="FFFFFF"/>
                    </a:solidFill>
                  </a:tcPr>
                </a:tc>
              </a:tr>
              <a:tr h="771525">
                <a:tc>
                  <a:txBody>
                    <a:bodyPr/>
                    <a:lstStyle/>
                    <a:p>
                      <a:pPr algn="l">
                        <a:buNone/>
                      </a:pPr>
                      <a:r>
                        <a:rPr sz="1800" b="0">
                          <a:solidFill>
                            <a:srgbClr val="222222"/>
                          </a:solidFill>
                          <a:latin typeface="Arial"/>
                          <a:ea typeface="Arial"/>
                          <a:cs typeface="Arial"/>
                        </a:rPr>
                        <a:t>03_METMAP_from_scratch.ipynb</a:t>
                      </a:r>
                    </a:p>
                  </a:txBody>
                  <a:tcPr marL="91440" marR="91440" marT="45720" marB="45720" anchor="ctr">
                    <a:solidFill>
                      <a:srgbClr val="FFFFFF"/>
                    </a:solidFill>
                  </a:tcPr>
                </a:tc>
                <a:tc>
                  <a:txBody>
                    <a:bodyPr/>
                    <a:lstStyle/>
                    <a:p>
                      <a:pPr algn="l">
                        <a:buNone/>
                      </a:pPr>
                      <a:r>
                        <a:rPr sz="1800" b="0">
                          <a:solidFill>
                            <a:srgbClr val="222222"/>
                          </a:solidFill>
                          <a:latin typeface="Arial"/>
                          <a:ea typeface="Arial"/>
                          <a:cs typeface="Arial"/>
                        </a:rPr>
                        <a:t>Encoder, decoder and training loop</a:t>
                      </a:r>
                    </a:p>
                    <a:p>
                      <a:pPr algn="l">
                        <a:buNone/>
                      </a:pPr>
                      <a:r>
                        <a:rPr sz="1800" b="0">
                          <a:solidFill>
                            <a:srgbClr val="222222"/>
                          </a:solidFill>
                          <a:latin typeface="Arial"/>
                          <a:ea typeface="Arial"/>
                          <a:cs typeface="Arial"/>
                        </a:rPr>
                        <a:t>in notebook cells</a:t>
                      </a:r>
                    </a:p>
                  </a:txBody>
                  <a:tcPr marL="91440" marR="91440" marT="45720" marB="45720" anchor="ctr">
                    <a:solidFill>
                      <a:srgbClr val="FFFFFF"/>
                    </a:solidFill>
                  </a:tcPr>
                </a:tc>
                <a:tc>
                  <a:txBody>
                    <a:bodyPr/>
                    <a:lstStyle/>
                    <a:p>
                      <a:endParaRPr/>
                    </a:p>
                  </a:txBody>
                  <a:tcPr marL="91440" marR="91440" marT="45720" marB="45720" anchor="ctr">
                    <a:solidFill>
                      <a:srgbClr val="FFFFFF"/>
                    </a:solidFill>
                  </a:tcPr>
                </a:tc>
              </a:tr>
              <a:tr h="771525">
                <a:tc>
                  <a:txBody>
                    <a:bodyPr/>
                    <a:lstStyle/>
                    <a:p>
                      <a:pPr algn="l">
                        <a:buNone/>
                      </a:pPr>
                      <a:r>
                        <a:rPr sz="1800" b="0">
                          <a:solidFill>
                            <a:srgbClr val="222222"/>
                          </a:solidFill>
                          <a:latin typeface="Arial"/>
                          <a:ea typeface="Arial"/>
                          <a:cs typeface="Arial"/>
                        </a:rPr>
                        <a:t>02_SIGMA_library.ipynb</a:t>
                      </a:r>
                    </a:p>
                  </a:txBody>
                  <a:tcPr marL="91440" marR="91440" marT="45720" marB="45720" anchor="ctr">
                    <a:solidFill>
                      <a:srgbClr val="FFFFFF"/>
                    </a:solidFill>
                  </a:tcPr>
                </a:tc>
                <a:tc>
                  <a:txBody>
                    <a:bodyPr/>
                    <a:lstStyle/>
                    <a:p>
                      <a:pPr algn="l">
                        <a:buNone/>
                      </a:pPr>
                      <a:r>
                        <a:rPr sz="1800" b="0">
                          <a:solidFill>
                            <a:srgbClr val="222222"/>
                          </a:solidFill>
                          <a:latin typeface="Arial"/>
                          <a:ea typeface="Arial"/>
                          <a:cs typeface="Arial"/>
                        </a:rPr>
                        <a:t>Bundled SIGMA library</a:t>
                      </a:r>
                    </a:p>
                    <a:p>
                      <a:pPr algn="l">
                        <a:buNone/>
                      </a:pPr>
                      <a:r>
                        <a:rPr sz="1800" b="0">
                          <a:solidFill>
                            <a:srgbClr val="222222"/>
                          </a:solidFill>
                          <a:latin typeface="Arial"/>
                          <a:ea typeface="Arial"/>
                          <a:cs typeface="Arial"/>
                        </a:rPr>
                        <a:t>with the original BC-515 protocol</a:t>
                      </a:r>
                    </a:p>
                  </a:txBody>
                  <a:tcPr marL="91440" marR="91440" marT="45720" marB="45720" anchor="ctr">
                    <a:solidFill>
                      <a:srgbClr val="FFFFFF"/>
                    </a:solidFill>
                  </a:tcPr>
                </a:tc>
                <a:tc>
                  <a:txBody>
                    <a:bodyPr/>
                    <a:lstStyle/>
                    <a:p>
                      <a:pPr algn="l">
                        <a:buNone/>
                      </a:pPr>
                      <a:r>
                        <a:rPr sz="1800" b="0">
                          <a:solidFill>
                            <a:srgbClr val="222222"/>
                          </a:solidFill>
                          <a:latin typeface="Arial"/>
                          <a:ea typeface="Arial"/>
                          <a:cs typeface="Arial"/>
                        </a:rPr>
                        <a:t>02 with 04</a:t>
                      </a:r>
                    </a:p>
                  </a:txBody>
                  <a:tcPr marL="91440" marR="91440" marT="45720" marB="45720" anchor="ctr">
                    <a:solidFill>
                      <a:srgbClr val="FFFFFF"/>
                    </a:solidFill>
                  </a:tcPr>
                </a:tc>
              </a:tr>
              <a:tr h="771525">
                <a:tc>
                  <a:txBody>
                    <a:bodyPr/>
                    <a:lstStyle/>
                    <a:p>
                      <a:pPr algn="l">
                        <a:buNone/>
                      </a:pPr>
                      <a:r>
                        <a:rPr sz="1800" b="0">
                          <a:solidFill>
                            <a:srgbClr val="222222"/>
                          </a:solidFill>
                          <a:latin typeface="Arial"/>
                          <a:ea typeface="Arial"/>
                          <a:cs typeface="Arial"/>
                        </a:rPr>
                        <a:t>04_SIGMA_from_scratch.ipynb</a:t>
                      </a:r>
                    </a:p>
                  </a:txBody>
                  <a:tcPr marL="91440" marR="91440" marT="45720" marB="45720" anchor="ctr">
                    <a:solidFill>
                      <a:srgbClr val="FFFFFF"/>
                    </a:solidFill>
                  </a:tcPr>
                </a:tc>
                <a:tc>
                  <a:txBody>
                    <a:bodyPr/>
                    <a:lstStyle/>
                    <a:p>
                      <a:pPr algn="l">
                        <a:buNone/>
                      </a:pPr>
                      <a:r>
                        <a:rPr sz="1800" b="0">
                          <a:solidFill>
                            <a:srgbClr val="222222"/>
                          </a:solidFill>
                          <a:latin typeface="Arial"/>
                          <a:ea typeface="Arial"/>
                          <a:cs typeface="Arial"/>
                        </a:rPr>
                        <a:t>Preprocessing, graph, model and</a:t>
                      </a:r>
                    </a:p>
                    <a:p>
                      <a:pPr algn="l">
                        <a:buNone/>
                      </a:pPr>
                      <a:r>
                        <a:rPr sz="1800" b="0">
                          <a:solidFill>
                            <a:srgbClr val="222222"/>
                          </a:solidFill>
                          <a:latin typeface="Arial"/>
                          <a:ea typeface="Arial"/>
                          <a:cs typeface="Arial"/>
                        </a:rPr>
                        <a:t>output calculations in notebook cells</a:t>
                      </a:r>
                    </a:p>
                  </a:txBody>
                  <a:tcPr marL="91440" marR="91440" marT="45720" marB="45720" anchor="ctr">
                    <a:solidFill>
                      <a:srgbClr val="FFFFFF"/>
                    </a:solidFill>
                  </a:tcPr>
                </a:tc>
                <a:tc>
                  <a:txBody>
                    <a:bodyPr/>
                    <a:lstStyle/>
                    <a:p>
                      <a:endParaRPr/>
                    </a:p>
                  </a:txBody>
                  <a:tcPr marL="91440" marR="91440" marT="45720" marB="45720" anchor="ctr">
                    <a:solidFill>
                      <a:srgbClr val="FFFFFF"/>
                    </a:solidFill>
                  </a:tcPr>
                </a:tc>
              </a:tr>
            </a:tbl>
          </a:graphicData>
        </a:graphic>
      </p:graphicFrame>
      <p:sp>
        <p:nvSpPr>
          <p:cNvPr id="38" name="Saved outputs are visible in Jupyter and in t">
            <a:extLst xmlns:a="http://schemas.openxmlformats.org/drawingml/2006/main">
              <a:ext uri="{FF2B5EF4-FFF2-40B4-BE49-F238E27FC236}">
                <a16:creationId xmlns:a16="http://schemas.microsoft.com/office/drawing/2014/main" id="{5C13B5A5-EBFF-4FC7-828E-5A70DBB1AB8B}"/>
              </a:ext>
            </a:extLst>
          </p:cNvPr>
          <p:cNvSpPr>
            <a:spLocks xmlns:a="http://schemas.openxmlformats.org/drawingml/2006/main" noGrp="1"/>
          </p:cNvSpPr>
          <p:nvPr/>
        </p:nvSpPr>
        <p:spPr>
          <a:xfrm xmlns:a="http://schemas.openxmlformats.org/drawingml/2006/main">
            <a:off x="752475" y="55721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0D4C82"/>
                </a:solidFill>
                <a:latin typeface="Arial"/>
                <a:ea typeface="Arial"/>
                <a:cs typeface="Arial"/>
              </a:defRPr>
            </a:pPr>
            <a:r>
              <a:rPr sz="1800" b="0">
                <a:solidFill>
                  <a:srgbClr val="0D4C82"/>
                </a:solidFill>
                <a:latin typeface="Arial"/>
                <a:ea typeface="Arial"/>
                <a:cs typeface="Arial"/>
              </a:rPr>
              <a:t>Open the notebooks on GitHub or in JupyterLab to inspect their saved results.</a:t>
            </a:r>
          </a:p>
        </p:txBody>
      </p:sp>
      <p:sp>
        <p:nvSpPr>
          <p:cNvPr id="39" name="Folder: notebooks/BC515_four_implementations">
            <a:extLst xmlns:a="http://schemas.openxmlformats.org/drawingml/2006/main">
              <a:ext uri="{FF2B5EF4-FFF2-40B4-BE49-F238E27FC236}">
                <a16:creationId xmlns:a16="http://schemas.microsoft.com/office/drawing/2014/main" id="{9197B87A-01ED-4154-9A64-B648D612F902}"/>
              </a:ext>
            </a:extLst>
          </p:cNvPr>
          <p:cNvSpPr>
            <a:spLocks xmlns:a="http://schemas.openxmlformats.org/drawingml/2006/main" noGrp="1"/>
          </p:cNvSpPr>
          <p:nvPr/>
        </p:nvSpPr>
        <p:spPr>
          <a:xfrm xmlns:a="http://schemas.openxmlformats.org/drawingml/2006/main">
            <a:off x="752475" y="6181725"/>
            <a:ext cx="10048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88" b="0">
                <a:solidFill>
                  <a:srgbClr val="666666"/>
                </a:solidFill>
                <a:latin typeface="Arial"/>
                <a:ea typeface="Arial"/>
                <a:cs typeface="Arial"/>
              </a:defRPr>
            </a:pPr>
            <a:r>
              <a:rPr sz="1088" b="0">
                <a:solidFill>
                  <a:srgbClr val="666666"/>
                </a:solidFill>
                <a:latin typeface="Arial"/>
                <a:ea typeface="Arial"/>
                <a:cs typeface="Arial"/>
              </a:rPr>
              <a:t>Repository: METMAP-SIGMA-Tutorials</a:t>
            </a:r>
          </a:p>
        </p:txBody>
      </p:sp>
    </p:spTree>
    <p:extLst>
      <p:ext uri="{BB962C8B-B14F-4D97-AF65-F5344CB8AC3E}">
        <p14:creationId xmlns:p14="http://schemas.microsoft.com/office/powerpoint/2010/main" val="62026000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6" name="灯片编号占位符 18">
            <a:extLst xmlns:a="http://schemas.openxmlformats.org/drawingml/2006/main">
              <a:ext uri="{FF2B5EF4-FFF2-40B4-BE49-F238E27FC236}">
                <a16:creationId xmlns:a16="http://schemas.microsoft.com/office/drawing/2014/main" id="{B311809E-7174-EF81-2BDE-4FC1B4CF1C4C}"/>
              </a:ext>
            </a:extLst>
          </p:cNvPr>
          <p:cNvSpPr>
            <a:spLocks xmlns:a="http://schemas.openxmlformats.org/drawingml/2006/main" noGrp="1"/>
          </p:cNvSpPr>
          <p:nvPr/>
        </p:nvSpPr>
        <p:spPr>
          <a:xfrm xmlns:a="http://schemas.openxmlformats.org/drawingml/2006/main">
            <a:off x="9302750" y="6356350"/>
            <a:ext cx="2743200" cy="365125"/>
          </a:xfrm>
          <a:prstGeom xmlns:a="http://schemas.openxmlformats.org/drawingml/2006/main" prst="rect">
            <a:avLst/>
          </a:prstGeom>
        </p:spPr>
        <p:txBody>
          <a:bodyPr xmlns:a="http://schemas.openxmlformats.org/drawingml/2006/main">
            <a:noAutofit/>
          </a:bodyPr>
          <a:lstStyle xmlns:a="http://schemas.openxmlformats.org/drawingml/2006/main">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a:lstStyle>
          <a:p xmlns:a="http://schemas.openxmlformats.org/drawingml/2006/main">
            <a:pPr algn="r">
              <a:buNone/>
              <a:defRPr sz="1800">
                <a:solidFill>
                  <a:srgbClr val="000000"/>
                </a:solidFill>
                <a:latin typeface="Arial"/>
                <a:ea typeface="Arial"/>
                <a:cs typeface="Arial"/>
              </a:defRPr>
            </a:pPr>
            <a:fld id="{EE5B3003-2C54-13C6-9832-7637201064DE}" type="slidenum">
              <a:rPr sz="1800">
                <a:solidFill>
                  <a:srgbClr val="000000"/>
                </a:solidFill>
                <a:latin typeface="Arial"/>
                <a:ea typeface="Arial"/>
                <a:cs typeface="Arial"/>
              </a:rPr>
              <a:t>5</a:t>
            </a:fld>
            <a:endParaRPr>
              <a:latin typeface="Arial"/>
              <a:ea typeface="Arial"/>
              <a:cs typeface="Arial"/>
            </a:endParaRPr>
          </a:p>
        </p:txBody>
      </p:sp>
      <p:sp>
        <p:nvSpPr>
          <p:cNvPr id="3" name="文本框 2">
            <a:extLst xmlns:a="http://schemas.openxmlformats.org/drawingml/2006/main">
              <a:ext uri="{FF2B5EF4-FFF2-40B4-BE49-F238E27FC236}">
                <a16:creationId xmlns:a16="http://schemas.microsoft.com/office/drawing/2014/main" id="{B7E2D4FF-A7FB-B832-04E8-442A96B4B142}"/>
              </a:ext>
            </a:extLst>
          </p:cNvPr>
          <p:cNvSpPr>
            <a:spLocks xmlns:a="http://schemas.openxmlformats.org/drawingml/2006/main" noGrp="1"/>
          </p:cNvSpPr>
          <p:nvPr/>
        </p:nvSpPr>
        <p:spPr>
          <a:xfrm xmlns:a="http://schemas.openxmlformats.org/drawingml/2006/main">
            <a:off x="657987" y="228600"/>
            <a:ext cx="10858500" cy="480060"/>
          </a:xfrm>
          <a:prstGeom xmlns:a="http://schemas.openxmlformats.org/drawingml/2006/main" prst="rect">
            <a:avLst/>
          </a:prstGeom>
          <a:noFill xmlns:a="http://schemas.openxmlformats.org/drawingml/2006/main"/>
        </p:spPr>
        <p:txBody>
          <a:bodyPr xmlns:a="http://schemas.openxmlformats.org/drawingml/2006/main" wrap="none" lIns="0" tIns="0" rIns="0" bIns="0">
            <a:noAutofit/>
          </a:bodyPr>
          <a:lstStyle xmlns:a="http://schemas.openxmlformats.org/drawingml/2006/main"/>
          <a:p xmlns:a="http://schemas.openxmlformats.org/drawingml/2006/main">
            <a:pPr defTabSz="914400">
              <a:buNone/>
              <a:defRPr sz="2550" b="1">
                <a:solidFill>
                  <a:srgbClr val="0D4C82"/>
                </a:solidFill>
                <a:latin typeface="Arial"/>
                <a:ea typeface="Arial"/>
                <a:cs typeface="Arial"/>
              </a:defRPr>
            </a:pPr>
            <a:r>
              <a:rPr sz="2550" b="1">
                <a:solidFill>
                  <a:srgbClr val="0D4C82"/>
                </a:solidFill>
                <a:latin typeface="Arial"/>
                <a:ea typeface="Arial"/>
                <a:cs typeface="Arial"/>
              </a:rPr>
              <a:t>Environment and Jupyter kernel</a:t>
            </a:r>
            <a:endParaRPr sz="2400" b="1">
              <a:solidFill>
                <a:schemeClr val="bg2"/>
              </a:solidFill>
              <a:latin typeface="Arial"/>
              <a:ea typeface="Arial"/>
              <a:cs typeface="Arial"/>
            </a:endParaRPr>
          </a:p>
        </p:txBody>
      </p:sp>
      <p:sp>
        <p:nvSpPr>
          <p:cNvPr id="37" name="Python 3.11 and the supplied version snapshot">
            <a:extLst xmlns:a="http://schemas.openxmlformats.org/drawingml/2006/main">
              <a:ext uri="{FF2B5EF4-FFF2-40B4-BE49-F238E27FC236}">
                <a16:creationId xmlns:a16="http://schemas.microsoft.com/office/drawing/2014/main" id="{EB6FC786-1247-4C2E-B599-CA16C826B23D}"/>
              </a:ext>
            </a:extLst>
          </p:cNvPr>
          <p:cNvSpPr>
            <a:spLocks xmlns:a="http://schemas.openxmlformats.org/drawingml/2006/main" noGrp="1"/>
          </p:cNvSpPr>
          <p:nvPr/>
        </p:nvSpPr>
        <p:spPr>
          <a:xfrm xmlns:a="http://schemas.openxmlformats.org/drawingml/2006/main">
            <a:off x="752475" y="1000125"/>
            <a:ext cx="107156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222222"/>
                </a:solidFill>
                <a:latin typeface="Arial"/>
                <a:ea typeface="Arial"/>
                <a:cs typeface="Arial"/>
              </a:defRPr>
            </a:pPr>
            <a:r>
              <a:rPr sz="2025" b="0">
                <a:solidFill>
                  <a:srgbClr val="222222"/>
                </a:solidFill>
                <a:latin typeface="Arial"/>
                <a:ea typeface="Arial"/>
                <a:cs typeface="Arial"/>
              </a:rPr>
              <a:t>Python 3.11 and the supplied version snapshot</a:t>
            </a:r>
          </a:p>
        </p:txBody>
      </p:sp>
      <p:sp>
        <p:nvSpPr>
          <p:cNvPr id="38" name="cd notebooks/BC515_four_implementations">
            <a:extLst xmlns:a="http://schemas.openxmlformats.org/drawingml/2006/main">
              <a:ext uri="{FF2B5EF4-FFF2-40B4-BE49-F238E27FC236}">
                <a16:creationId xmlns:a16="http://schemas.microsoft.com/office/drawing/2014/main" id="{009FB9A3-3A24-4BBD-AA1B-DDD386049A2E}"/>
              </a:ext>
            </a:extLst>
          </p:cNvPr>
          <p:cNvSpPr>
            <a:spLocks xmlns:a="http://schemas.openxmlformats.org/drawingml/2006/main" noGrp="1"/>
          </p:cNvSpPr>
          <p:nvPr/>
        </p:nvSpPr>
        <p:spPr>
          <a:xfrm xmlns:a="http://schemas.openxmlformats.org/drawingml/2006/main">
            <a:off x="800100" y="1762125"/>
            <a:ext cx="10525125" cy="352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023160"/>
                </a:solidFill>
                <a:latin typeface="Arial"/>
                <a:ea typeface="Arial"/>
                <a:cs typeface="Arial"/>
              </a:defRPr>
            </a:pPr>
            <a:r>
              <a:rPr sz="2025" b="0">
                <a:solidFill>
                  <a:srgbClr val="023160"/>
                </a:solidFill>
                <a:latin typeface="Arial"/>
                <a:ea typeface="Arial"/>
                <a:cs typeface="Arial"/>
              </a:rPr>
              <a:t>conda create -n metmap-sigma python=3.11 -y</a:t>
            </a:r>
          </a:p>
        </p:txBody>
      </p:sp>
      <p:sp>
        <p:nvSpPr>
          <p:cNvPr id="39" name="python3.11 -m venv .venv">
            <a:extLst xmlns:a="http://schemas.openxmlformats.org/drawingml/2006/main">
              <a:ext uri="{FF2B5EF4-FFF2-40B4-BE49-F238E27FC236}">
                <a16:creationId xmlns:a16="http://schemas.microsoft.com/office/drawing/2014/main" id="{E08B561F-B051-4AF1-B8CC-C9FB606C1A17}"/>
              </a:ext>
            </a:extLst>
          </p:cNvPr>
          <p:cNvSpPr>
            <a:spLocks xmlns:a="http://schemas.openxmlformats.org/drawingml/2006/main" noGrp="1"/>
          </p:cNvSpPr>
          <p:nvPr/>
        </p:nvSpPr>
        <p:spPr>
          <a:xfrm xmlns:a="http://schemas.openxmlformats.org/drawingml/2006/main">
            <a:off x="800100" y="2122170"/>
            <a:ext cx="10525125" cy="352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023160"/>
                </a:solidFill>
                <a:latin typeface="Arial"/>
                <a:ea typeface="Arial"/>
                <a:cs typeface="Arial"/>
              </a:defRPr>
            </a:pPr>
            <a:r>
              <a:rPr sz="2025" b="0">
                <a:solidFill>
                  <a:srgbClr val="023160"/>
                </a:solidFill>
                <a:latin typeface="Arial"/>
                <a:ea typeface="Arial"/>
                <a:cs typeface="Arial"/>
              </a:rPr>
              <a:t>conda activate metmap-sigma</a:t>
            </a:r>
          </a:p>
        </p:txBody>
      </p:sp>
      <p:sp>
        <p:nvSpPr>
          <p:cNvPr id="40" name=".venv/bin/python -m pip install -r requiremen">
            <a:extLst xmlns:a="http://schemas.openxmlformats.org/drawingml/2006/main">
              <a:ext uri="{FF2B5EF4-FFF2-40B4-BE49-F238E27FC236}">
                <a16:creationId xmlns:a16="http://schemas.microsoft.com/office/drawing/2014/main" id="{34B6103E-33E8-4E55-B24F-35163F0FB712}"/>
              </a:ext>
            </a:extLst>
          </p:cNvPr>
          <p:cNvSpPr>
            <a:spLocks xmlns:a="http://schemas.openxmlformats.org/drawingml/2006/main" noGrp="1"/>
          </p:cNvSpPr>
          <p:nvPr/>
        </p:nvSpPr>
        <p:spPr>
          <a:xfrm xmlns:a="http://schemas.openxmlformats.org/drawingml/2006/main">
            <a:off x="800100" y="2482215"/>
            <a:ext cx="10525125" cy="352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023160"/>
                </a:solidFill>
                <a:latin typeface="Arial"/>
                <a:ea typeface="Arial"/>
                <a:cs typeface="Arial"/>
              </a:defRPr>
            </a:pPr>
            <a:r>
              <a:rPr sz="2025" b="0">
                <a:solidFill>
                  <a:srgbClr val="023160"/>
                </a:solidFill>
                <a:latin typeface="Arial"/>
                <a:ea typeface="Arial"/>
                <a:cs typeface="Arial"/>
              </a:rPr>
              <a:t>python -m pip install -r requirements.txt</a:t>
            </a:r>
          </a:p>
        </p:txBody>
      </p:sp>
      <p:sp>
        <p:nvSpPr>
          <p:cNvPr id="41" name=".venv/bin/python -m ipykernel install --user ">
            <a:extLst xmlns:a="http://schemas.openxmlformats.org/drawingml/2006/main">
              <a:ext uri="{FF2B5EF4-FFF2-40B4-BE49-F238E27FC236}">
                <a16:creationId xmlns:a16="http://schemas.microsoft.com/office/drawing/2014/main" id="{891A2EC7-FE40-4EC2-9210-AE8A9E63A9A7}"/>
              </a:ext>
            </a:extLst>
          </p:cNvPr>
          <p:cNvSpPr>
            <a:spLocks xmlns:a="http://schemas.openxmlformats.org/drawingml/2006/main" noGrp="1"/>
          </p:cNvSpPr>
          <p:nvPr/>
        </p:nvSpPr>
        <p:spPr>
          <a:xfrm xmlns:a="http://schemas.openxmlformats.org/drawingml/2006/main">
            <a:off x="800100" y="2842260"/>
            <a:ext cx="10525125" cy="352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023160"/>
                </a:solidFill>
                <a:latin typeface="Arial"/>
                <a:ea typeface="Arial"/>
                <a:cs typeface="Arial"/>
              </a:defRPr>
            </a:pPr>
            <a:r>
              <a:rPr sz="2025" b="0">
                <a:solidFill>
                  <a:srgbClr val="023160"/>
                </a:solidFill>
                <a:latin typeface="Arial"/>
                <a:ea typeface="Arial"/>
                <a:cs typeface="Arial"/>
              </a:rPr>
              <a:t>python check_setup.py</a:t>
            </a:r>
          </a:p>
        </p:txBody>
      </p:sp>
      <p:sp>
        <p:nvSpPr>
          <p:cNvPr id="42" name="--name bc515-demo \">
            <a:extLst xmlns:a="http://schemas.openxmlformats.org/drawingml/2006/main">
              <a:ext uri="{FF2B5EF4-FFF2-40B4-BE49-F238E27FC236}">
                <a16:creationId xmlns:a16="http://schemas.microsoft.com/office/drawing/2014/main" id="{397DEA04-0EF3-4089-8AD3-C41DD2C251B4}"/>
              </a:ext>
            </a:extLst>
          </p:cNvPr>
          <p:cNvSpPr>
            <a:spLocks xmlns:a="http://schemas.openxmlformats.org/drawingml/2006/main" noGrp="1"/>
          </p:cNvSpPr>
          <p:nvPr/>
        </p:nvSpPr>
        <p:spPr>
          <a:xfrm xmlns:a="http://schemas.openxmlformats.org/drawingml/2006/main">
            <a:off x="800100" y="3202305"/>
            <a:ext cx="10165080" cy="352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023160"/>
                </a:solidFill>
                <a:latin typeface="Arial"/>
                <a:ea typeface="Arial"/>
                <a:cs typeface="Arial"/>
              </a:defRPr>
            </a:pPr>
            <a:r>
              <a:rPr sz="2025" b="0">
                <a:solidFill>
                  <a:srgbClr val="023160"/>
                </a:solidFill>
                <a:latin typeface="Arial"/>
                <a:ea typeface="Arial"/>
                <a:cs typeface="Arial"/>
              </a:rPr>
              <a:t>python -m jupyterlab</a:t>
            </a:r>
          </a:p>
        </p:txBody>
      </p:sp>
      <p:sp>
        <p:nvSpPr>
          <p:cNvPr id="43" name="--display-name &quot;Python (BC515 demo)&quot;">
            <a:extLst xmlns:a="http://schemas.openxmlformats.org/drawingml/2006/main">
              <a:ext uri="{FF2B5EF4-FFF2-40B4-BE49-F238E27FC236}">
                <a16:creationId xmlns:a16="http://schemas.microsoft.com/office/drawing/2014/main" id="{5C23AC35-947B-440C-9B2D-98A8F475EFCF}"/>
              </a:ext>
            </a:extLst>
          </p:cNvPr>
          <p:cNvSpPr>
            <a:spLocks xmlns:a="http://schemas.openxmlformats.org/drawingml/2006/main" noGrp="1"/>
          </p:cNvSpPr>
          <p:nvPr/>
        </p:nvSpPr>
        <p:spPr>
          <a:xfrm xmlns:a="http://schemas.openxmlformats.org/drawingml/2006/main">
            <a:off x="1160145" y="3562350"/>
            <a:ext cx="10165080" cy="352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023160"/>
                </a:solidFill>
                <a:latin typeface="Arial"/>
                <a:ea typeface="Arial"/>
                <a:cs typeface="Arial"/>
              </a:defRPr>
            </a:pPr>
            <a:r>
              <a:rPr sz="2025" b="0">
                <a:solidFill>
                  <a:srgbClr val="023160"/>
                </a:solidFill>
                <a:latin typeface="Arial"/>
                <a:ea typeface="Arial"/>
                <a:cs typeface="Arial"/>
              </a:rPr>
              <a:t/>
            </a:r>
          </a:p>
        </p:txBody>
      </p:sp>
      <p:sp>
        <p:nvSpPr>
          <p:cNvPr id="44" name="In Jupyter">
            <a:extLst xmlns:a="http://schemas.openxmlformats.org/drawingml/2006/main">
              <a:ext uri="{FF2B5EF4-FFF2-40B4-BE49-F238E27FC236}">
                <a16:creationId xmlns:a16="http://schemas.microsoft.com/office/drawing/2014/main" id="{A37F9089-343D-4A02-998B-0E04D9EC68B8}"/>
              </a:ext>
            </a:extLst>
          </p:cNvPr>
          <p:cNvSpPr>
            <a:spLocks xmlns:a="http://schemas.openxmlformats.org/drawingml/2006/main" noGrp="1"/>
          </p:cNvSpPr>
          <p:nvPr/>
        </p:nvSpPr>
        <p:spPr>
          <a:xfrm xmlns:a="http://schemas.openxmlformats.org/drawingml/2006/main">
            <a:off x="800100" y="4362450"/>
            <a:ext cx="4905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0D4C82"/>
                </a:solidFill>
                <a:latin typeface="Arial"/>
                <a:ea typeface="Arial"/>
                <a:cs typeface="Arial"/>
              </a:defRPr>
            </a:pPr>
            <a:r>
              <a:rPr sz="2025" b="1">
                <a:solidFill>
                  <a:srgbClr val="0D4C82"/>
                </a:solidFill>
                <a:latin typeface="Arial"/>
                <a:ea typeface="Arial"/>
                <a:cs typeface="Arial"/>
              </a:rPr>
              <a:t>In Jupyter</a:t>
            </a:r>
          </a:p>
        </p:txBody>
      </p:sp>
      <p:sp>
        <p:nvSpPr>
          <p:cNvPr id="45" name="Select Python (BC515 demo).&#10;Restart the kerne">
            <a:extLst xmlns:a="http://schemas.openxmlformats.org/drawingml/2006/main">
              <a:ext uri="{FF2B5EF4-FFF2-40B4-BE49-F238E27FC236}">
                <a16:creationId xmlns:a16="http://schemas.microsoft.com/office/drawing/2014/main" id="{36636CEE-C97D-4D50-81D7-BC4A28F8370A}"/>
              </a:ext>
            </a:extLst>
          </p:cNvPr>
          <p:cNvSpPr>
            <a:spLocks xmlns:a="http://schemas.openxmlformats.org/drawingml/2006/main" noGrp="1"/>
          </p:cNvSpPr>
          <p:nvPr/>
        </p:nvSpPr>
        <p:spPr>
          <a:xfrm xmlns:a="http://schemas.openxmlformats.org/drawingml/2006/main">
            <a:off x="800100" y="4829175"/>
            <a:ext cx="490537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222222"/>
                </a:solidFill>
                <a:latin typeface="Arial"/>
                <a:ea typeface="Arial"/>
                <a:cs typeface="Arial"/>
              </a:defRPr>
            </a:pPr>
            <a:r>
              <a:rPr sz="1950" b="0">
                <a:solidFill>
                  <a:srgbClr val="222222"/>
                </a:solidFill>
                <a:latin typeface="Arial"/>
                <a:ea typeface="Arial"/>
                <a:cs typeface="Arial"/>
              </a:rPr>
              <a:t>Open a notebook in JupyterLab.</a:t>
            </a:r>
          </a:p>
          <a:p xmlns:a="http://schemas.openxmlformats.org/drawingml/2006/main">
            <a:pPr algn="l">
              <a:buNone/>
              <a:defRPr sz="1950" b="0">
                <a:solidFill>
                  <a:srgbClr val="222222"/>
                </a:solidFill>
                <a:latin typeface="Arial"/>
                <a:ea typeface="Arial"/>
                <a:cs typeface="Arial"/>
              </a:defRPr>
            </a:pPr>
            <a:r>
              <a:rPr sz="1950" b="0">
                <a:solidFill>
                  <a:srgbClr val="222222"/>
                </a:solidFill>
                <a:latin typeface="Arial"/>
                <a:ea typeface="Arial"/>
                <a:cs typeface="Arial"/>
              </a:rPr>
              <a:t>Restart the kernel, then run all cells.</a:t>
            </a:r>
          </a:p>
        </p:txBody>
      </p:sp>
      <p:sp>
        <p:nvSpPr>
          <p:cNvPr id="46" name="Project files">
            <a:extLst xmlns:a="http://schemas.openxmlformats.org/drawingml/2006/main">
              <a:ext uri="{FF2B5EF4-FFF2-40B4-BE49-F238E27FC236}">
                <a16:creationId xmlns:a16="http://schemas.microsoft.com/office/drawing/2014/main" id="{11FF351F-5260-4327-A3B7-088185626768}"/>
              </a:ext>
            </a:extLst>
          </p:cNvPr>
          <p:cNvSpPr>
            <a:spLocks xmlns:a="http://schemas.openxmlformats.org/drawingml/2006/main" noGrp="1"/>
          </p:cNvSpPr>
          <p:nvPr/>
        </p:nvSpPr>
        <p:spPr>
          <a:xfrm xmlns:a="http://schemas.openxmlformats.org/drawingml/2006/main">
            <a:off x="6600825" y="4362450"/>
            <a:ext cx="4838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0D4C82"/>
                </a:solidFill>
                <a:latin typeface="Arial"/>
                <a:ea typeface="Arial"/>
                <a:cs typeface="Arial"/>
              </a:defRPr>
            </a:pPr>
            <a:r>
              <a:rPr sz="2025" b="1">
                <a:solidFill>
                  <a:srgbClr val="0D4C82"/>
                </a:solidFill>
                <a:latin typeface="Arial"/>
                <a:ea typeface="Arial"/>
                <a:cs typeface="Arial"/>
              </a:rPr>
              <a:t>Course input</a:t>
            </a:r>
          </a:p>
        </p:txBody>
      </p:sp>
      <p:sp>
        <p:nvSpPr>
          <p:cNvPr id="47" name="Keep HBC_515 and both method source&#10;folders i">
            <a:extLst xmlns:a="http://schemas.openxmlformats.org/drawingml/2006/main">
              <a:ext uri="{FF2B5EF4-FFF2-40B4-BE49-F238E27FC236}">
                <a16:creationId xmlns:a16="http://schemas.microsoft.com/office/drawing/2014/main" id="{4922E6AC-7AB4-443C-B88F-B269361652E3}"/>
              </a:ext>
            </a:extLst>
          </p:cNvPr>
          <p:cNvSpPr>
            <a:spLocks xmlns:a="http://schemas.openxmlformats.org/drawingml/2006/main" noGrp="1"/>
          </p:cNvSpPr>
          <p:nvPr/>
        </p:nvSpPr>
        <p:spPr>
          <a:xfrm xmlns:a="http://schemas.openxmlformats.org/drawingml/2006/main">
            <a:off x="6600825" y="4829175"/>
            <a:ext cx="48387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222222"/>
                </a:solidFill>
                <a:latin typeface="Arial"/>
                <a:ea typeface="Arial"/>
                <a:cs typeface="Arial"/>
              </a:defRPr>
            </a:pPr>
            <a:r>
              <a:rPr sz="1950" b="0">
                <a:solidFill>
                  <a:srgbClr val="222222"/>
                </a:solidFill>
                <a:latin typeface="Arial"/>
                <a:ea typeface="Arial"/>
                <a:cs typeface="Arial"/>
              </a:rPr>
              <a:t>Place the supplied H5AD file in data/.</a:t>
            </a:r>
          </a:p>
          <a:p xmlns:a="http://schemas.openxmlformats.org/drawingml/2006/main">
            <a:pPr algn="l">
              <a:buNone/>
              <a:defRPr sz="1950" b="0">
                <a:solidFill>
                  <a:srgbClr val="222222"/>
                </a:solidFill>
                <a:latin typeface="Arial"/>
                <a:ea typeface="Arial"/>
                <a:cs typeface="Arial"/>
              </a:defRPr>
            </a:pPr>
            <a:r>
              <a:rPr sz="1950" b="0">
                <a:solidFill>
                  <a:srgbClr val="222222"/>
                </a:solidFill>
                <a:latin typeface="Arial"/>
                <a:ea typeface="Arial"/>
                <a:cs typeface="Arial"/>
              </a:rPr>
              <a:t>Keep the bundled libraries in vendor/.</a:t>
            </a:r>
          </a:p>
        </p:txBody>
      </p:sp>
    </p:spTree>
    <p:extLst>
      <p:ext uri="{BB962C8B-B14F-4D97-AF65-F5344CB8AC3E}">
        <p14:creationId xmlns:p14="http://schemas.microsoft.com/office/powerpoint/2010/main" val="62026000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6" name="灯片编号占位符 18">
            <a:extLst xmlns:a="http://schemas.openxmlformats.org/drawingml/2006/main">
              <a:ext uri="{FF2B5EF4-FFF2-40B4-BE49-F238E27FC236}">
                <a16:creationId xmlns:a16="http://schemas.microsoft.com/office/drawing/2014/main" id="{B311809E-7174-EF81-2BDE-4FC1B4CF1C4C}"/>
              </a:ext>
            </a:extLst>
          </p:cNvPr>
          <p:cNvSpPr>
            <a:spLocks xmlns:a="http://schemas.openxmlformats.org/drawingml/2006/main" noGrp="1"/>
          </p:cNvSpPr>
          <p:nvPr/>
        </p:nvSpPr>
        <p:spPr>
          <a:xfrm xmlns:a="http://schemas.openxmlformats.org/drawingml/2006/main">
            <a:off x="9302750" y="6356350"/>
            <a:ext cx="2743200" cy="365125"/>
          </a:xfrm>
          <a:prstGeom xmlns:a="http://schemas.openxmlformats.org/drawingml/2006/main" prst="rect">
            <a:avLst/>
          </a:prstGeom>
        </p:spPr>
        <p:txBody>
          <a:bodyPr xmlns:a="http://schemas.openxmlformats.org/drawingml/2006/main">
            <a:noAutofit/>
          </a:bodyPr>
          <a:lstStyle xmlns:a="http://schemas.openxmlformats.org/drawingml/2006/main">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a:lstStyle>
          <a:p xmlns:a="http://schemas.openxmlformats.org/drawingml/2006/main">
            <a:pPr algn="r">
              <a:buNone/>
              <a:defRPr sz="1800">
                <a:solidFill>
                  <a:srgbClr val="000000"/>
                </a:solidFill>
                <a:latin typeface="Arial"/>
                <a:ea typeface="Arial"/>
                <a:cs typeface="Arial"/>
              </a:defRPr>
            </a:pPr>
            <a:fld id="{8C630A04-5A25-9E0C-9436-126091DB86B3}" type="slidenum">
              <a:rPr sz="1800">
                <a:solidFill>
                  <a:srgbClr val="000000"/>
                </a:solidFill>
                <a:latin typeface="Arial"/>
                <a:ea typeface="Arial"/>
                <a:cs typeface="Arial"/>
              </a:rPr>
              <a:t>6</a:t>
            </a:fld>
            <a:endParaRPr>
              <a:latin typeface="Arial"/>
              <a:ea typeface="Arial"/>
              <a:cs typeface="Arial"/>
            </a:endParaRPr>
          </a:p>
        </p:txBody>
      </p:sp>
      <p:sp>
        <p:nvSpPr>
          <p:cNvPr id="3" name="文本框 2">
            <a:extLst xmlns:a="http://schemas.openxmlformats.org/drawingml/2006/main">
              <a:ext uri="{FF2B5EF4-FFF2-40B4-BE49-F238E27FC236}">
                <a16:creationId xmlns:a16="http://schemas.microsoft.com/office/drawing/2014/main" id="{B7E2D4FF-A7FB-B832-04E8-442A96B4B142}"/>
              </a:ext>
            </a:extLst>
          </p:cNvPr>
          <p:cNvSpPr>
            <a:spLocks xmlns:a="http://schemas.openxmlformats.org/drawingml/2006/main" noGrp="1"/>
          </p:cNvSpPr>
          <p:nvPr/>
        </p:nvSpPr>
        <p:spPr>
          <a:xfrm xmlns:a="http://schemas.openxmlformats.org/drawingml/2006/main">
            <a:off x="657987" y="228600"/>
            <a:ext cx="10858500" cy="480060"/>
          </a:xfrm>
          <a:prstGeom xmlns:a="http://schemas.openxmlformats.org/drawingml/2006/main" prst="rect">
            <a:avLst/>
          </a:prstGeom>
          <a:noFill xmlns:a="http://schemas.openxmlformats.org/drawingml/2006/main"/>
        </p:spPr>
        <p:txBody>
          <a:bodyPr xmlns:a="http://schemas.openxmlformats.org/drawingml/2006/main" wrap="none" lIns="0" tIns="0" rIns="0" bIns="0">
            <a:noAutofit/>
          </a:bodyPr>
          <a:lstStyle xmlns:a="http://schemas.openxmlformats.org/drawingml/2006/main"/>
          <a:p xmlns:a="http://schemas.openxmlformats.org/drawingml/2006/main">
            <a:pPr defTabSz="914400">
              <a:buNone/>
              <a:defRPr sz="2550" b="1">
                <a:solidFill>
                  <a:srgbClr val="0D4C82"/>
                </a:solidFill>
                <a:latin typeface="Arial"/>
                <a:ea typeface="Arial"/>
                <a:cs typeface="Arial"/>
              </a:defRPr>
            </a:pPr>
            <a:r>
              <a:rPr sz="2550" b="1">
                <a:solidFill>
                  <a:srgbClr val="0D4C82"/>
                </a:solidFill>
                <a:latin typeface="Arial"/>
                <a:ea typeface="Arial"/>
                <a:cs typeface="Arial"/>
              </a:rPr>
              <a:t>The input matrices in AnnData</a:t>
            </a:r>
            <a:endParaRPr sz="2400" b="1">
              <a:solidFill>
                <a:schemeClr val="bg2"/>
              </a:solidFill>
              <a:latin typeface="Arial"/>
              <a:ea typeface="Arial"/>
              <a:cs typeface="Arial"/>
            </a:endParaRPr>
          </a:p>
        </p:txBody>
      </p:sp>
      <p:sp>
        <p:nvSpPr>
          <p:cNvPr id="37" name="adata = ad.read_h5ad(ROOT / &quot;HBC_515/BC_515_S">
            <a:extLst xmlns:a="http://schemas.openxmlformats.org/drawingml/2006/main">
              <a:ext uri="{FF2B5EF4-FFF2-40B4-BE49-F238E27FC236}">
                <a16:creationId xmlns:a16="http://schemas.microsoft.com/office/drawing/2014/main" id="{0F67E6DD-BA9D-4D65-BBA7-FD58518658FF}"/>
              </a:ext>
            </a:extLst>
          </p:cNvPr>
          <p:cNvSpPr>
            <a:spLocks xmlns:a="http://schemas.openxmlformats.org/drawingml/2006/main" noGrp="1"/>
          </p:cNvSpPr>
          <p:nvPr/>
        </p:nvSpPr>
        <p:spPr>
          <a:xfrm xmlns:a="http://schemas.openxmlformats.org/drawingml/2006/main">
            <a:off x="790575" y="1390650"/>
            <a:ext cx="10668000" cy="339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023160"/>
                </a:solidFill>
                <a:latin typeface="Arial"/>
                <a:ea typeface="Arial"/>
                <a:cs typeface="Arial"/>
              </a:defRPr>
            </a:pPr>
            <a:r>
              <a:rPr sz="1950" b="0">
                <a:solidFill>
                  <a:srgbClr val="023160"/>
                </a:solidFill>
                <a:latin typeface="Arial"/>
                <a:ea typeface="Arial"/>
                <a:cs typeface="Arial"/>
              </a:rPr>
              <a:t>adata = ad.read_h5ad(HERE / "data/BC_515_Section_1.h5ad")</a:t>
            </a:r>
          </a:p>
        </p:txBody>
      </p:sp>
      <p:sp>
        <p:nvSpPr>
          <p:cNvPr id="38" name="X_raw = np.asarray(adata.uns[&quot;msi&quot;])">
            <a:extLst xmlns:a="http://schemas.openxmlformats.org/drawingml/2006/main">
              <a:ext uri="{FF2B5EF4-FFF2-40B4-BE49-F238E27FC236}">
                <a16:creationId xmlns:a16="http://schemas.microsoft.com/office/drawing/2014/main" id="{59B806AA-86EA-4318-A7E2-B278CE9C8C77}"/>
              </a:ext>
            </a:extLst>
          </p:cNvPr>
          <p:cNvSpPr>
            <a:spLocks xmlns:a="http://schemas.openxmlformats.org/drawingml/2006/main" noGrp="1"/>
          </p:cNvSpPr>
          <p:nvPr/>
        </p:nvSpPr>
        <p:spPr>
          <a:xfrm xmlns:a="http://schemas.openxmlformats.org/drawingml/2006/main">
            <a:off x="790575" y="1737360"/>
            <a:ext cx="10668000" cy="339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023160"/>
                </a:solidFill>
                <a:latin typeface="Arial"/>
                <a:ea typeface="Arial"/>
                <a:cs typeface="Arial"/>
              </a:defRPr>
            </a:pPr>
            <a:r>
              <a:rPr sz="1950" b="0">
                <a:solidFill>
                  <a:srgbClr val="023160"/>
                </a:solidFill>
                <a:latin typeface="Arial"/>
                <a:ea typeface="Arial"/>
                <a:cs typeface="Arial"/>
              </a:rPr>
              <a:t>X_raw = np.asarray(adata.uns["msi"])</a:t>
            </a:r>
          </a:p>
        </p:txBody>
      </p:sp>
      <p:sp>
        <p:nvSpPr>
          <p:cNvPr id="39" name="mz = np.asarray(adata.uns[&quot;mz_features&quot;])">
            <a:extLst xmlns:a="http://schemas.openxmlformats.org/drawingml/2006/main">
              <a:ext uri="{FF2B5EF4-FFF2-40B4-BE49-F238E27FC236}">
                <a16:creationId xmlns:a16="http://schemas.microsoft.com/office/drawing/2014/main" id="{984F9079-E3FE-40AA-A8A1-5DD9F0216AB7}"/>
              </a:ext>
            </a:extLst>
          </p:cNvPr>
          <p:cNvSpPr>
            <a:spLocks xmlns:a="http://schemas.openxmlformats.org/drawingml/2006/main" noGrp="1"/>
          </p:cNvSpPr>
          <p:nvPr/>
        </p:nvSpPr>
        <p:spPr>
          <a:xfrm xmlns:a="http://schemas.openxmlformats.org/drawingml/2006/main">
            <a:off x="790575" y="2084070"/>
            <a:ext cx="10668000" cy="339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023160"/>
                </a:solidFill>
                <a:latin typeface="Arial"/>
                <a:ea typeface="Arial"/>
                <a:cs typeface="Arial"/>
              </a:defRPr>
            </a:pPr>
            <a:r>
              <a:rPr sz="1950" b="0">
                <a:solidFill>
                  <a:srgbClr val="023160"/>
                </a:solidFill>
                <a:latin typeface="Arial"/>
                <a:ea typeface="Arial"/>
                <a:cs typeface="Arial"/>
              </a:rPr>
              <a:t>mz = np.asarray(adata.uns["mz_features"])</a:t>
            </a:r>
          </a:p>
        </p:txBody>
      </p:sp>
      <p:sp>
        <p:nvSpPr>
          <p:cNvPr id="40" name="coords = np.asarray(adata.obsm[&quot;spatial&quot;])">
            <a:extLst xmlns:a="http://schemas.openxmlformats.org/drawingml/2006/main">
              <a:ext uri="{FF2B5EF4-FFF2-40B4-BE49-F238E27FC236}">
                <a16:creationId xmlns:a16="http://schemas.microsoft.com/office/drawing/2014/main" id="{9E3E34FF-BF67-4130-A477-77B88E751390}"/>
              </a:ext>
            </a:extLst>
          </p:cNvPr>
          <p:cNvSpPr>
            <a:spLocks xmlns:a="http://schemas.openxmlformats.org/drawingml/2006/main" noGrp="1"/>
          </p:cNvSpPr>
          <p:nvPr/>
        </p:nvSpPr>
        <p:spPr>
          <a:xfrm xmlns:a="http://schemas.openxmlformats.org/drawingml/2006/main">
            <a:off x="790575" y="2430780"/>
            <a:ext cx="10668000" cy="339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023160"/>
                </a:solidFill>
                <a:latin typeface="Arial"/>
                <a:ea typeface="Arial"/>
                <a:cs typeface="Arial"/>
              </a:defRPr>
            </a:pPr>
            <a:r>
              <a:rPr sz="1950" b="0">
                <a:solidFill>
                  <a:srgbClr val="023160"/>
                </a:solidFill>
                <a:latin typeface="Arial"/>
                <a:ea typeface="Arial"/>
                <a:cs typeface="Arial"/>
              </a:rPr>
              <a:t>coords = np.asarray(adata.obsm["spatial"])</a:t>
            </a:r>
          </a:p>
        </p:txBody>
      </p:sp>
      <p:sp>
        <p:nvSpPr>
          <p:cNvPr id="41" name="labels = adata.obs[&quot;annotation&quot;]">
            <a:extLst xmlns:a="http://schemas.openxmlformats.org/drawingml/2006/main">
              <a:ext uri="{FF2B5EF4-FFF2-40B4-BE49-F238E27FC236}">
                <a16:creationId xmlns:a16="http://schemas.microsoft.com/office/drawing/2014/main" id="{64586C78-808B-4E33-8220-3DEBA6E9A62A}"/>
              </a:ext>
            </a:extLst>
          </p:cNvPr>
          <p:cNvSpPr>
            <a:spLocks xmlns:a="http://schemas.openxmlformats.org/drawingml/2006/main" noGrp="1"/>
          </p:cNvSpPr>
          <p:nvPr/>
        </p:nvSpPr>
        <p:spPr>
          <a:xfrm xmlns:a="http://schemas.openxmlformats.org/drawingml/2006/main">
            <a:off x="790575" y="2777490"/>
            <a:ext cx="10668000" cy="339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023160"/>
                </a:solidFill>
                <a:latin typeface="Arial"/>
                <a:ea typeface="Arial"/>
                <a:cs typeface="Arial"/>
              </a:defRPr>
            </a:pPr>
            <a:r>
              <a:rPr sz="1950" b="0">
                <a:solidFill>
                  <a:srgbClr val="023160"/>
                </a:solidFill>
                <a:latin typeface="Arial"/>
                <a:ea typeface="Arial"/>
                <a:cs typeface="Arial"/>
              </a:rPr>
              <a:t>labels = adata.obs["annotation"]</a:t>
            </a:r>
          </a:p>
        </p:txBody>
      </p:sp>
      <p:sp>
        <p:nvSpPr>
          <p:cNvPr id="42" name="rna_target = np.asarray(adata.obsm[&quot;X_harmony">
            <a:extLst xmlns:a="http://schemas.openxmlformats.org/drawingml/2006/main">
              <a:ext uri="{FF2B5EF4-FFF2-40B4-BE49-F238E27FC236}">
                <a16:creationId xmlns:a16="http://schemas.microsoft.com/office/drawing/2014/main" id="{4853526F-1702-41A3-9823-358CF790F874}"/>
              </a:ext>
            </a:extLst>
          </p:cNvPr>
          <p:cNvSpPr>
            <a:spLocks xmlns:a="http://schemas.openxmlformats.org/drawingml/2006/main" noGrp="1"/>
          </p:cNvSpPr>
          <p:nvPr/>
        </p:nvSpPr>
        <p:spPr>
          <a:xfrm xmlns:a="http://schemas.openxmlformats.org/drawingml/2006/main">
            <a:off x="790575" y="3124200"/>
            <a:ext cx="10668000" cy="339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023160"/>
                </a:solidFill>
                <a:latin typeface="Arial"/>
                <a:ea typeface="Arial"/>
                <a:cs typeface="Arial"/>
              </a:defRPr>
            </a:pPr>
            <a:r>
              <a:rPr sz="1950" b="0">
                <a:solidFill>
                  <a:srgbClr val="023160"/>
                </a:solidFill>
                <a:latin typeface="Arial"/>
                <a:ea typeface="Arial"/>
                <a:cs typeface="Arial"/>
              </a:rPr>
              <a:t>rna_target = np.asarray(adata.obsm["X_harmony"])[:, :32]</a:t>
            </a:r>
          </a:p>
        </p:txBody>
      </p:sp>
      <p:graphicFrame>
        <p:nvGraphicFramePr>
          <p:cNvPr id="54" name="表格 52"/>
          <p:cNvGraphicFramePr/>
          <p:nvPr/>
        </p:nvGraphicFramePr>
        <p:xfrm>
          <a:off xmlns:a="http://schemas.openxmlformats.org/drawingml/2006/main" x="771525" y="3933825"/>
          <a:ext xmlns:a="http://schemas.openxmlformats.org/drawingml/2006/main" cx="10648950" cy="1857376"/>
        </p:xfrm>
        <a:graphic xmlns:a="http://schemas.openxmlformats.org/drawingml/2006/main">
          <a:graphicData uri="http://schemas.openxmlformats.org/drawingml/2006/table">
            <a:tbl>
              <a:tblPr firstRow="1"/>
              <a:tblGrid>
                <a:gridCol w="2857500"/>
                <a:gridCol w="2428875"/>
                <a:gridCol w="5362575"/>
              </a:tblGrid>
              <a:tr h="464344">
                <a:tc>
                  <a:txBody>
                    <a:bodyPr/>
                    <a:lstStyle/>
                    <a:p>
                      <a:pPr algn="l">
                        <a:buNone/>
                      </a:pPr>
                      <a:r>
                        <a:rPr sz="1800" b="1">
                          <a:solidFill>
                            <a:srgbClr val="FFFFFF"/>
                          </a:solidFill>
                          <a:latin typeface="Arial"/>
                          <a:ea typeface="Arial"/>
                          <a:cs typeface="Arial"/>
                        </a:rPr>
                        <a:t>Array</a:t>
                      </a:r>
                    </a:p>
                  </a:txBody>
                  <a:tcPr marL="91440" marR="91440" marT="45720" marB="45720" anchor="ctr">
                    <a:solidFill>
                      <a:srgbClr val="0D4C82"/>
                    </a:solidFill>
                  </a:tcPr>
                </a:tc>
                <a:tc>
                  <a:txBody>
                    <a:bodyPr/>
                    <a:lstStyle/>
                    <a:p>
                      <a:pPr algn="l">
                        <a:buNone/>
                      </a:pPr>
                      <a:r>
                        <a:rPr sz="1800" b="1">
                          <a:solidFill>
                            <a:srgbClr val="FFFFFF"/>
                          </a:solidFill>
                          <a:latin typeface="Arial"/>
                          <a:ea typeface="Arial"/>
                          <a:cs typeface="Arial"/>
                        </a:rPr>
                        <a:t>Shape</a:t>
                      </a:r>
                    </a:p>
                  </a:txBody>
                  <a:tcPr marL="91440" marR="91440" marT="45720" marB="45720" anchor="ctr">
                    <a:solidFill>
                      <a:srgbClr val="0D4C82"/>
                    </a:solidFill>
                  </a:tcPr>
                </a:tc>
                <a:tc>
                  <a:txBody>
                    <a:bodyPr/>
                    <a:lstStyle/>
                    <a:p>
                      <a:pPr algn="l">
                        <a:buNone/>
                      </a:pPr>
                      <a:r>
                        <a:rPr sz="1800" b="1">
                          <a:solidFill>
                            <a:srgbClr val="FFFFFF"/>
                          </a:solidFill>
                          <a:latin typeface="Arial"/>
                          <a:ea typeface="Arial"/>
                          <a:cs typeface="Arial"/>
                        </a:rPr>
                        <a:t>Role</a:t>
                      </a:r>
                    </a:p>
                  </a:txBody>
                  <a:tcPr marL="91440" marR="91440" marT="45720" marB="45720" anchor="ctr">
                    <a:solidFill>
                      <a:srgbClr val="0D4C82"/>
                    </a:solidFill>
                  </a:tcPr>
                </a:tc>
              </a:tr>
              <a:tr h="464344">
                <a:tc>
                  <a:txBody>
                    <a:bodyPr/>
                    <a:lstStyle/>
                    <a:p>
                      <a:pPr algn="l">
                        <a:buNone/>
                      </a:pPr>
                      <a:r>
                        <a:rPr sz="1800" b="0">
                          <a:solidFill>
                            <a:srgbClr val="222222"/>
                          </a:solidFill>
                          <a:latin typeface="Arial"/>
                          <a:ea typeface="Arial"/>
                          <a:cs typeface="Arial"/>
                        </a:rPr>
                        <a:t>X_raw</a:t>
                      </a:r>
                    </a:p>
                  </a:txBody>
                  <a:tcPr marL="91440" marR="91440" marT="45720" marB="45720" anchor="ctr">
                    <a:solidFill>
                      <a:srgbClr val="FFFFFF"/>
                    </a:solidFill>
                  </a:tcPr>
                </a:tc>
                <a:tc>
                  <a:txBody>
                    <a:bodyPr/>
                    <a:lstStyle/>
                    <a:p>
                      <a:pPr algn="l">
                        <a:buNone/>
                      </a:pPr>
                      <a:r>
                        <a:rPr sz="1800" b="0">
                          <a:solidFill>
                            <a:srgbClr val="222222"/>
                          </a:solidFill>
                          <a:latin typeface="Arial"/>
                          <a:ea typeface="Arial"/>
                          <a:cs typeface="Arial"/>
                        </a:rPr>
                        <a:t>3,508 × 2,086</a:t>
                      </a:r>
                    </a:p>
                  </a:txBody>
                  <a:tcPr marL="91440" marR="91440" marT="45720" marB="45720" anchor="ctr">
                    <a:solidFill>
                      <a:srgbClr val="FFFFFF"/>
                    </a:solidFill>
                  </a:tcPr>
                </a:tc>
                <a:tc>
                  <a:txBody>
                    <a:bodyPr/>
                    <a:lstStyle/>
                    <a:p>
                      <a:pPr algn="l">
                        <a:buNone/>
                      </a:pPr>
                      <a:r>
                        <a:rPr sz="1800" b="0">
                          <a:solidFill>
                            <a:srgbClr val="222222"/>
                          </a:solidFill>
                          <a:latin typeface="Arial"/>
                          <a:ea typeface="Arial"/>
                          <a:cs typeface="Arial"/>
                        </a:rPr>
                        <a:t>Measured MSI intensities</a:t>
                      </a:r>
                    </a:p>
                  </a:txBody>
                  <a:tcPr marL="91440" marR="91440" marT="45720" marB="45720" anchor="ctr">
                    <a:solidFill>
                      <a:srgbClr val="FFFFFF"/>
                    </a:solidFill>
                  </a:tcPr>
                </a:tc>
              </a:tr>
              <a:tr h="464344">
                <a:tc>
                  <a:txBody>
                    <a:bodyPr/>
                    <a:lstStyle/>
                    <a:p>
                      <a:pPr algn="l">
                        <a:buNone/>
                      </a:pPr>
                      <a:r>
                        <a:rPr sz="1800" b="0">
                          <a:solidFill>
                            <a:srgbClr val="222222"/>
                          </a:solidFill>
                          <a:latin typeface="Arial"/>
                          <a:ea typeface="Arial"/>
                          <a:cs typeface="Arial"/>
                        </a:rPr>
                        <a:t>coords</a:t>
                      </a:r>
                    </a:p>
                  </a:txBody>
                  <a:tcPr marL="91440" marR="91440" marT="45720" marB="45720" anchor="ctr">
                    <a:solidFill>
                      <a:srgbClr val="FFFFFF"/>
                    </a:solidFill>
                  </a:tcPr>
                </a:tc>
                <a:tc>
                  <a:txBody>
                    <a:bodyPr/>
                    <a:lstStyle/>
                    <a:p>
                      <a:pPr algn="l">
                        <a:buNone/>
                      </a:pPr>
                      <a:r>
                        <a:rPr sz="1800" b="0">
                          <a:solidFill>
                            <a:srgbClr val="222222"/>
                          </a:solidFill>
                          <a:latin typeface="Arial"/>
                          <a:ea typeface="Arial"/>
                          <a:cs typeface="Arial"/>
                        </a:rPr>
                        <a:t>3,508 × 2</a:t>
                      </a:r>
                    </a:p>
                  </a:txBody>
                  <a:tcPr marL="91440" marR="91440" marT="45720" marB="45720" anchor="ctr">
                    <a:solidFill>
                      <a:srgbClr val="FFFFFF"/>
                    </a:solidFill>
                  </a:tcPr>
                </a:tc>
                <a:tc>
                  <a:txBody>
                    <a:bodyPr/>
                    <a:lstStyle/>
                    <a:p>
                      <a:pPr algn="l">
                        <a:buNone/>
                      </a:pPr>
                      <a:r>
                        <a:rPr sz="1800" b="0">
                          <a:solidFill>
                            <a:srgbClr val="222222"/>
                          </a:solidFill>
                          <a:latin typeface="Arial"/>
                          <a:ea typeface="Arial"/>
                          <a:cs typeface="Arial"/>
                        </a:rPr>
                        <a:t>Spatial positions</a:t>
                      </a:r>
                    </a:p>
                  </a:txBody>
                  <a:tcPr marL="91440" marR="91440" marT="45720" marB="45720" anchor="ctr">
                    <a:solidFill>
                      <a:srgbClr val="FFFFFF"/>
                    </a:solidFill>
                  </a:tcPr>
                </a:tc>
              </a:tr>
              <a:tr h="464344">
                <a:tc>
                  <a:txBody>
                    <a:bodyPr/>
                    <a:lstStyle/>
                    <a:p>
                      <a:pPr algn="l">
                        <a:buNone/>
                      </a:pPr>
                      <a:r>
                        <a:rPr sz="1800" b="0">
                          <a:solidFill>
                            <a:srgbClr val="222222"/>
                          </a:solidFill>
                          <a:latin typeface="Arial"/>
                          <a:ea typeface="Arial"/>
                          <a:cs typeface="Arial"/>
                        </a:rPr>
                        <a:t>rna_target</a:t>
                      </a:r>
                    </a:p>
                  </a:txBody>
                  <a:tcPr marL="91440" marR="91440" marT="45720" marB="45720" anchor="ctr">
                    <a:solidFill>
                      <a:srgbClr val="FFFFFF"/>
                    </a:solidFill>
                  </a:tcPr>
                </a:tc>
                <a:tc>
                  <a:txBody>
                    <a:bodyPr/>
                    <a:lstStyle/>
                    <a:p>
                      <a:pPr algn="l">
                        <a:buNone/>
                      </a:pPr>
                      <a:r>
                        <a:rPr sz="1800" b="0">
                          <a:solidFill>
                            <a:srgbClr val="222222"/>
                          </a:solidFill>
                          <a:latin typeface="Arial"/>
                          <a:ea typeface="Arial"/>
                          <a:cs typeface="Arial"/>
                        </a:rPr>
                        <a:t>3,508 × 32</a:t>
                      </a:r>
                    </a:p>
                  </a:txBody>
                  <a:tcPr marL="91440" marR="91440" marT="45720" marB="45720" anchor="ctr">
                    <a:solidFill>
                      <a:srgbClr val="FFFFFF"/>
                    </a:solidFill>
                  </a:tcPr>
                </a:tc>
                <a:tc>
                  <a:txBody>
                    <a:bodyPr/>
                    <a:lstStyle/>
                    <a:p>
                      <a:pPr algn="l">
                        <a:buNone/>
                      </a:pPr>
                      <a:r>
                        <a:rPr sz="1800" b="0">
                          <a:solidFill>
                            <a:srgbClr val="222222"/>
                          </a:solidFill>
                          <a:latin typeface="Arial"/>
                          <a:ea typeface="Arial"/>
                          <a:cs typeface="Arial"/>
                        </a:rPr>
                        <a:t>SIGMA auxiliary target</a:t>
                      </a:r>
                    </a:p>
                  </a:txBody>
                  <a:tcPr marL="91440" marR="91440" marT="45720" marB="45720" anchor="ctr">
                    <a:solidFill>
                      <a:srgbClr val="FFFFFF"/>
                    </a:solidFill>
                  </a:tcPr>
                </a:tc>
              </a:tr>
            </a:tbl>
          </a:graphicData>
        </a:graphic>
      </p:graphicFrame>
      <p:sp>
        <p:nvSpPr>
          <p:cNvPr id="44" name="adata.X contains RNA expression. MSI is store">
            <a:extLst xmlns:a="http://schemas.openxmlformats.org/drawingml/2006/main">
              <a:ext uri="{FF2B5EF4-FFF2-40B4-BE49-F238E27FC236}">
                <a16:creationId xmlns:a16="http://schemas.microsoft.com/office/drawing/2014/main" id="{BF4E4BE8-B316-45D2-8D5A-D346D29DF4D8}"/>
              </a:ext>
            </a:extLst>
          </p:cNvPr>
          <p:cNvSpPr>
            <a:spLocks xmlns:a="http://schemas.openxmlformats.org/drawingml/2006/main" noGrp="1"/>
          </p:cNvSpPr>
          <p:nvPr/>
        </p:nvSpPr>
        <p:spPr>
          <a:xfrm xmlns:a="http://schemas.openxmlformats.org/drawingml/2006/main">
            <a:off x="752475" y="60579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0D4C82"/>
                </a:solidFill>
                <a:latin typeface="Arial"/>
                <a:ea typeface="Arial"/>
                <a:cs typeface="Arial"/>
              </a:defRPr>
            </a:pPr>
            <a:r>
              <a:rPr sz="1800" b="0">
                <a:solidFill>
                  <a:srgbClr val="0D4C82"/>
                </a:solidFill>
                <a:latin typeface="Arial"/>
                <a:ea typeface="Arial"/>
                <a:cs typeface="Arial"/>
              </a:rPr>
              <a:t>adata.X contains RNA expression. MSI is stored in adata.uns["msi"].</a:t>
            </a:r>
          </a:p>
        </p:txBody>
      </p:sp>
    </p:spTree>
    <p:extLst>
      <p:ext uri="{BB962C8B-B14F-4D97-AF65-F5344CB8AC3E}">
        <p14:creationId xmlns:p14="http://schemas.microsoft.com/office/powerpoint/2010/main" val="62026000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6" name="灯片编号占位符 18">
            <a:extLst xmlns:a="http://schemas.openxmlformats.org/drawingml/2006/main">
              <a:ext uri="{FF2B5EF4-FFF2-40B4-BE49-F238E27FC236}">
                <a16:creationId xmlns:a16="http://schemas.microsoft.com/office/drawing/2014/main" id="{B311809E-7174-EF81-2BDE-4FC1B4CF1C4C}"/>
              </a:ext>
            </a:extLst>
          </p:cNvPr>
          <p:cNvSpPr>
            <a:spLocks xmlns:a="http://schemas.openxmlformats.org/drawingml/2006/main" noGrp="1"/>
          </p:cNvSpPr>
          <p:nvPr/>
        </p:nvSpPr>
        <p:spPr>
          <a:xfrm xmlns:a="http://schemas.openxmlformats.org/drawingml/2006/main">
            <a:off x="9302750" y="6356350"/>
            <a:ext cx="2743200" cy="365125"/>
          </a:xfrm>
          <a:prstGeom xmlns:a="http://schemas.openxmlformats.org/drawingml/2006/main" prst="rect">
            <a:avLst/>
          </a:prstGeom>
        </p:spPr>
        <p:txBody>
          <a:bodyPr xmlns:a="http://schemas.openxmlformats.org/drawingml/2006/main">
            <a:noAutofit/>
          </a:bodyPr>
          <a:lstStyle xmlns:a="http://schemas.openxmlformats.org/drawingml/2006/main">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a:lstStyle>
          <a:p xmlns:a="http://schemas.openxmlformats.org/drawingml/2006/main">
            <a:pPr algn="r">
              <a:buNone/>
              <a:defRPr sz="1800">
                <a:solidFill>
                  <a:srgbClr val="000000"/>
                </a:solidFill>
                <a:latin typeface="Arial"/>
                <a:ea typeface="Arial"/>
                <a:cs typeface="Arial"/>
              </a:defRPr>
            </a:pPr>
            <a:fld id="{D3D7D1C8-AE23-AA48-DF65-C742588DBE47}" type="slidenum">
              <a:rPr sz="1800">
                <a:solidFill>
                  <a:srgbClr val="000000"/>
                </a:solidFill>
                <a:latin typeface="Arial"/>
                <a:ea typeface="Arial"/>
                <a:cs typeface="Arial"/>
              </a:rPr>
              <a:t>7</a:t>
            </a:fld>
            <a:endParaRPr>
              <a:latin typeface="Arial"/>
              <a:ea typeface="Arial"/>
              <a:cs typeface="Arial"/>
            </a:endParaRPr>
          </a:p>
        </p:txBody>
      </p:sp>
      <p:sp>
        <p:nvSpPr>
          <p:cNvPr id="3" name="文本框 2">
            <a:extLst xmlns:a="http://schemas.openxmlformats.org/drawingml/2006/main">
              <a:ext uri="{FF2B5EF4-FFF2-40B4-BE49-F238E27FC236}">
                <a16:creationId xmlns:a16="http://schemas.microsoft.com/office/drawing/2014/main" id="{B7E2D4FF-A7FB-B832-04E8-442A96B4B142}"/>
              </a:ext>
            </a:extLst>
          </p:cNvPr>
          <p:cNvSpPr>
            <a:spLocks xmlns:a="http://schemas.openxmlformats.org/drawingml/2006/main" noGrp="1"/>
          </p:cNvSpPr>
          <p:nvPr/>
        </p:nvSpPr>
        <p:spPr>
          <a:xfrm xmlns:a="http://schemas.openxmlformats.org/drawingml/2006/main">
            <a:off x="657987" y="228600"/>
            <a:ext cx="10858500" cy="480060"/>
          </a:xfrm>
          <a:prstGeom xmlns:a="http://schemas.openxmlformats.org/drawingml/2006/main" prst="rect">
            <a:avLst/>
          </a:prstGeom>
          <a:noFill xmlns:a="http://schemas.openxmlformats.org/drawingml/2006/main"/>
        </p:spPr>
        <p:txBody>
          <a:bodyPr xmlns:a="http://schemas.openxmlformats.org/drawingml/2006/main" wrap="none" lIns="0" tIns="0" rIns="0" bIns="0">
            <a:noAutofit/>
          </a:bodyPr>
          <a:lstStyle xmlns:a="http://schemas.openxmlformats.org/drawingml/2006/main"/>
          <a:p xmlns:a="http://schemas.openxmlformats.org/drawingml/2006/main">
            <a:pPr defTabSz="914400">
              <a:buNone/>
              <a:defRPr sz="2550" b="1">
                <a:solidFill>
                  <a:srgbClr val="0D4C82"/>
                </a:solidFill>
                <a:latin typeface="Arial"/>
                <a:ea typeface="Arial"/>
                <a:cs typeface="Arial"/>
              </a:defRPr>
            </a:pPr>
            <a:r>
              <a:rPr sz="2550" b="1">
                <a:solidFill>
                  <a:srgbClr val="0D4C82"/>
                </a:solidFill>
                <a:latin typeface="Arial"/>
                <a:ea typeface="Arial"/>
                <a:cs typeface="Arial"/>
              </a:rPr>
              <a:t>MET-MAP learns a low-dimensional spatial representation</a:t>
            </a:r>
            <a:endParaRPr sz="2400" b="1">
              <a:solidFill>
                <a:schemeClr val="bg2"/>
              </a:solidFill>
              <a:latin typeface="Arial"/>
              <a:ea typeface="Arial"/>
              <a:cs typeface="Arial"/>
            </a:endParaRPr>
          </a:p>
        </p:txBody>
      </p:sp>
      <p:sp>
        <p:nvSpPr>
          <p:cNvPr id="37" name="A coordinate encoder and a linear MSI decoder">
            <a:extLst xmlns:a="http://schemas.openxmlformats.org/drawingml/2006/main">
              <a:ext uri="{FF2B5EF4-FFF2-40B4-BE49-F238E27FC236}">
                <a16:creationId xmlns:a16="http://schemas.microsoft.com/office/drawing/2014/main" id="{6C800B50-224B-4B1B-A8A2-A2386D08FA71}"/>
              </a:ext>
            </a:extLst>
          </p:cNvPr>
          <p:cNvSpPr>
            <a:spLocks xmlns:a="http://schemas.openxmlformats.org/drawingml/2006/main" noGrp="1"/>
          </p:cNvSpPr>
          <p:nvPr/>
        </p:nvSpPr>
        <p:spPr>
          <a:xfrm xmlns:a="http://schemas.openxmlformats.org/drawingml/2006/main">
            <a:off x="752475" y="1000125"/>
            <a:ext cx="107156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222222"/>
                </a:solidFill>
                <a:latin typeface="Arial"/>
                <a:ea typeface="Arial"/>
                <a:cs typeface="Arial"/>
              </a:defRPr>
            </a:pPr>
            <a:r>
              <a:rPr sz="2025" b="0">
                <a:solidFill>
                  <a:srgbClr val="222222"/>
                </a:solidFill>
                <a:latin typeface="Arial"/>
                <a:ea typeface="Arial"/>
                <a:cs typeface="Arial"/>
              </a:rPr>
              <a:t>A coordinate encoder and a linear MSI decoder</a:t>
            </a:r>
          </a:p>
        </p:txBody>
      </p:sp>
      <p:graphicFrame>
        <p:nvGraphicFramePr>
          <p:cNvPr id="45" name="表格 43"/>
          <p:cNvGraphicFramePr/>
          <p:nvPr/>
        </p:nvGraphicFramePr>
        <p:xfrm>
          <a:off xmlns:a="http://schemas.openxmlformats.org/drawingml/2006/main" x="762000" y="1695450"/>
          <a:ext xmlns:a="http://schemas.openxmlformats.org/drawingml/2006/main" cx="10668000" cy="3238500"/>
        </p:xfrm>
        <a:graphic xmlns:a="http://schemas.openxmlformats.org/drawingml/2006/main">
          <a:graphicData uri="http://schemas.openxmlformats.org/drawingml/2006/table">
            <a:tbl>
              <a:tblPr firstRow="1"/>
              <a:tblGrid>
                <a:gridCol w="2714625"/>
                <a:gridCol w="2333625"/>
                <a:gridCol w="5619750"/>
              </a:tblGrid>
              <a:tr h="647700">
                <a:tc>
                  <a:txBody>
                    <a:bodyPr/>
                    <a:lstStyle/>
                    <a:p>
                      <a:pPr algn="l">
                        <a:buNone/>
                      </a:pPr>
                      <a:r>
                        <a:rPr sz="1950" b="1">
                          <a:solidFill>
                            <a:srgbClr val="FFFFFF"/>
                          </a:solidFill>
                          <a:latin typeface="Arial"/>
                          <a:ea typeface="Arial"/>
                          <a:cs typeface="Arial"/>
                        </a:rPr>
                        <a:t>Stage</a:t>
                      </a:r>
                    </a:p>
                  </a:txBody>
                  <a:tcPr marL="91440" marR="91440" marT="45720" marB="45720" anchor="ctr">
                    <a:solidFill>
                      <a:srgbClr val="0D4C82"/>
                    </a:solidFill>
                  </a:tcPr>
                </a:tc>
                <a:tc>
                  <a:txBody>
                    <a:bodyPr/>
                    <a:lstStyle/>
                    <a:p>
                      <a:pPr algn="l">
                        <a:buNone/>
                      </a:pPr>
                      <a:r>
                        <a:rPr sz="1950" b="1">
                          <a:solidFill>
                            <a:srgbClr val="FFFFFF"/>
                          </a:solidFill>
                          <a:latin typeface="Arial"/>
                          <a:ea typeface="Arial"/>
                          <a:cs typeface="Arial"/>
                        </a:rPr>
                        <a:t>Dimensions</a:t>
                      </a:r>
                    </a:p>
                  </a:txBody>
                  <a:tcPr marL="91440" marR="91440" marT="45720" marB="45720" anchor="ctr">
                    <a:solidFill>
                      <a:srgbClr val="0D4C82"/>
                    </a:solidFill>
                  </a:tcPr>
                </a:tc>
                <a:tc>
                  <a:txBody>
                    <a:bodyPr/>
                    <a:lstStyle/>
                    <a:p>
                      <a:pPr algn="l">
                        <a:buNone/>
                      </a:pPr>
                      <a:r>
                        <a:rPr sz="1950" b="1">
                          <a:solidFill>
                            <a:srgbClr val="FFFFFF"/>
                          </a:solidFill>
                          <a:latin typeface="Arial"/>
                          <a:ea typeface="Arial"/>
                          <a:cs typeface="Arial"/>
                        </a:rPr>
                        <a:t>Operation</a:t>
                      </a:r>
                    </a:p>
                  </a:txBody>
                  <a:tcPr marL="91440" marR="91440" marT="45720" marB="45720" anchor="ctr">
                    <a:solidFill>
                      <a:srgbClr val="0D4C82"/>
                    </a:solidFill>
                  </a:tcPr>
                </a:tc>
              </a:tr>
              <a:tr h="647700">
                <a:tc>
                  <a:txBody>
                    <a:bodyPr/>
                    <a:lstStyle/>
                    <a:p>
                      <a:pPr algn="l">
                        <a:buNone/>
                      </a:pPr>
                      <a:r>
                        <a:rPr sz="1950" b="0">
                          <a:solidFill>
                            <a:srgbClr val="222222"/>
                          </a:solidFill>
                          <a:latin typeface="Arial"/>
                          <a:ea typeface="Arial"/>
                          <a:cs typeface="Arial"/>
                        </a:rPr>
                        <a:t>Spatial input</a:t>
                      </a:r>
                    </a:p>
                  </a:txBody>
                  <a:tcPr marL="91440" marR="91440" marT="45720" marB="45720" anchor="ctr">
                    <a:solidFill>
                      <a:srgbClr val="FFFFFF"/>
                    </a:solidFill>
                  </a:tcPr>
                </a:tc>
                <a:tc>
                  <a:txBody>
                    <a:bodyPr/>
                    <a:lstStyle/>
                    <a:p>
                      <a:pPr algn="l">
                        <a:buNone/>
                      </a:pPr>
                      <a:r>
                        <a:rPr sz="1950" b="0">
                          <a:solidFill>
                            <a:srgbClr val="222222"/>
                          </a:solidFill>
                          <a:latin typeface="Arial"/>
                          <a:ea typeface="Arial"/>
                          <a:cs typeface="Arial"/>
                        </a:rPr>
                        <a:t>2</a:t>
                      </a:r>
                    </a:p>
                  </a:txBody>
                  <a:tcPr marL="91440" marR="91440" marT="45720" marB="45720" anchor="ctr">
                    <a:solidFill>
                      <a:srgbClr val="FFFFFF"/>
                    </a:solidFill>
                  </a:tcPr>
                </a:tc>
                <a:tc>
                  <a:txBody>
                    <a:bodyPr/>
                    <a:lstStyle/>
                    <a:p>
                      <a:pPr algn="l">
                        <a:buNone/>
                      </a:pPr>
                      <a:r>
                        <a:rPr sz="1950" b="0">
                          <a:solidFill>
                            <a:srgbClr val="222222"/>
                          </a:solidFill>
                          <a:latin typeface="Arial"/>
                          <a:ea typeface="Arial"/>
                          <a:cs typeface="Arial"/>
                        </a:rPr>
                        <a:t>Standardized x and y</a:t>
                      </a:r>
                    </a:p>
                  </a:txBody>
                  <a:tcPr marL="91440" marR="91440" marT="45720" marB="45720" anchor="ctr">
                    <a:solidFill>
                      <a:srgbClr val="FFFFFF"/>
                    </a:solidFill>
                  </a:tcPr>
                </a:tc>
              </a:tr>
              <a:tr h="647700">
                <a:tc>
                  <a:txBody>
                    <a:bodyPr/>
                    <a:lstStyle/>
                    <a:p>
                      <a:pPr algn="l">
                        <a:buNone/>
                      </a:pPr>
                      <a:r>
                        <a:rPr sz="1950" b="0">
                          <a:solidFill>
                            <a:srgbClr val="222222"/>
                          </a:solidFill>
                          <a:latin typeface="Arial"/>
                          <a:ea typeface="Arial"/>
                          <a:cs typeface="Arial"/>
                        </a:rPr>
                        <a:t>Encoder hidden layers</a:t>
                      </a:r>
                    </a:p>
                  </a:txBody>
                  <a:tcPr marL="91440" marR="91440" marT="45720" marB="45720" anchor="ctr">
                    <a:solidFill>
                      <a:srgbClr val="FFFFFF"/>
                    </a:solidFill>
                  </a:tcPr>
                </a:tc>
                <a:tc>
                  <a:txBody>
                    <a:bodyPr/>
                    <a:lstStyle/>
                    <a:p>
                      <a:pPr algn="l">
                        <a:buNone/>
                      </a:pPr>
                      <a:r>
                        <a:rPr sz="1950" b="0">
                          <a:solidFill>
                            <a:srgbClr val="222222"/>
                          </a:solidFill>
                          <a:latin typeface="Arial"/>
                          <a:ea typeface="Arial"/>
                          <a:cs typeface="Arial"/>
                        </a:rPr>
                        <a:t>120, 120</a:t>
                      </a:r>
                    </a:p>
                  </a:txBody>
                  <a:tcPr marL="91440" marR="91440" marT="45720" marB="45720" anchor="ctr">
                    <a:solidFill>
                      <a:srgbClr val="FFFFFF"/>
                    </a:solidFill>
                  </a:tcPr>
                </a:tc>
                <a:tc>
                  <a:txBody>
                    <a:bodyPr/>
                    <a:lstStyle/>
                    <a:p>
                      <a:pPr algn="l">
                        <a:buNone/>
                      </a:pPr>
                      <a:r>
                        <a:rPr sz="1950" b="0">
                          <a:solidFill>
                            <a:srgbClr val="222222"/>
                          </a:solidFill>
                          <a:latin typeface="Arial"/>
                          <a:ea typeface="Arial"/>
                          <a:cs typeface="Arial"/>
                        </a:rPr>
                        <a:t>Linear layer and ReLU at each stage</a:t>
                      </a:r>
                    </a:p>
                  </a:txBody>
                  <a:tcPr marL="91440" marR="91440" marT="45720" marB="45720" anchor="ctr">
                    <a:solidFill>
                      <a:srgbClr val="FFFFFF"/>
                    </a:solidFill>
                  </a:tcPr>
                </a:tc>
              </a:tr>
              <a:tr h="647700">
                <a:tc>
                  <a:txBody>
                    <a:bodyPr/>
                    <a:lstStyle/>
                    <a:p>
                      <a:pPr algn="l">
                        <a:buNone/>
                      </a:pPr>
                      <a:r>
                        <a:rPr sz="1950" b="0">
                          <a:solidFill>
                            <a:srgbClr val="222222"/>
                          </a:solidFill>
                          <a:latin typeface="Arial"/>
                          <a:ea typeface="Arial"/>
                          <a:cs typeface="Arial"/>
                        </a:rPr>
                        <a:t>Isodepths z</a:t>
                      </a:r>
                    </a:p>
                  </a:txBody>
                  <a:tcPr marL="91440" marR="91440" marT="45720" marB="45720" anchor="ctr">
                    <a:solidFill>
                      <a:srgbClr val="FFFFFF"/>
                    </a:solidFill>
                  </a:tcPr>
                </a:tc>
                <a:tc>
                  <a:txBody>
                    <a:bodyPr/>
                    <a:lstStyle/>
                    <a:p>
                      <a:pPr algn="l">
                        <a:buNone/>
                      </a:pPr>
                      <a:r>
                        <a:rPr sz="1950" b="0">
                          <a:solidFill>
                            <a:srgbClr val="222222"/>
                          </a:solidFill>
                          <a:latin typeface="Arial"/>
                          <a:ea typeface="Arial"/>
                          <a:cs typeface="Arial"/>
                        </a:rPr>
                        <a:t>3</a:t>
                      </a:r>
                    </a:p>
                  </a:txBody>
                  <a:tcPr marL="91440" marR="91440" marT="45720" marB="45720" anchor="ctr">
                    <a:solidFill>
                      <a:srgbClr val="FFFFFF"/>
                    </a:solidFill>
                  </a:tcPr>
                </a:tc>
                <a:tc>
                  <a:txBody>
                    <a:bodyPr/>
                    <a:lstStyle/>
                    <a:p>
                      <a:pPr algn="l">
                        <a:buNone/>
                      </a:pPr>
                      <a:r>
                        <a:rPr sz="1950" b="0">
                          <a:solidFill>
                            <a:srgbClr val="222222"/>
                          </a:solidFill>
                          <a:latin typeface="Arial"/>
                          <a:ea typeface="Arial"/>
                          <a:cs typeface="Arial"/>
                        </a:rPr>
                        <a:t>Linear output of the encoder</a:t>
                      </a:r>
                    </a:p>
                  </a:txBody>
                  <a:tcPr marL="91440" marR="91440" marT="45720" marB="45720" anchor="ctr">
                    <a:solidFill>
                      <a:srgbClr val="FFFFFF"/>
                    </a:solidFill>
                  </a:tcPr>
                </a:tc>
              </a:tr>
              <a:tr h="647700">
                <a:tc>
                  <a:txBody>
                    <a:bodyPr/>
                    <a:lstStyle/>
                    <a:p>
                      <a:pPr algn="l">
                        <a:buNone/>
                      </a:pPr>
                      <a:r>
                        <a:rPr sz="1950" b="0">
                          <a:solidFill>
                            <a:srgbClr val="222222"/>
                          </a:solidFill>
                          <a:latin typeface="Arial"/>
                          <a:ea typeface="Arial"/>
                          <a:cs typeface="Arial"/>
                        </a:rPr>
                        <a:t>MSI reconstruction</a:t>
                      </a:r>
                    </a:p>
                  </a:txBody>
                  <a:tcPr marL="91440" marR="91440" marT="45720" marB="45720" anchor="ctr">
                    <a:solidFill>
                      <a:srgbClr val="FFFFFF"/>
                    </a:solidFill>
                  </a:tcPr>
                </a:tc>
                <a:tc>
                  <a:txBody>
                    <a:bodyPr/>
                    <a:lstStyle/>
                    <a:p>
                      <a:pPr algn="l">
                        <a:buNone/>
                      </a:pPr>
                      <a:r>
                        <a:rPr sz="1950" b="0">
                          <a:solidFill>
                            <a:srgbClr val="222222"/>
                          </a:solidFill>
                          <a:latin typeface="Arial"/>
                          <a:ea typeface="Arial"/>
                          <a:cs typeface="Arial"/>
                        </a:rPr>
                        <a:t>2,086</a:t>
                      </a:r>
                    </a:p>
                  </a:txBody>
                  <a:tcPr marL="91440" marR="91440" marT="45720" marB="45720" anchor="ctr">
                    <a:solidFill>
                      <a:srgbClr val="FFFFFF"/>
                    </a:solidFill>
                  </a:tcPr>
                </a:tc>
                <a:tc>
                  <a:txBody>
                    <a:bodyPr/>
                    <a:lstStyle/>
                    <a:p>
                      <a:pPr algn="l">
                        <a:buNone/>
                      </a:pPr>
                      <a:r>
                        <a:rPr sz="1950" b="0">
                          <a:solidFill>
                            <a:srgbClr val="222222"/>
                          </a:solidFill>
                          <a:latin typeface="Arial"/>
                          <a:ea typeface="Arial"/>
                          <a:cs typeface="Arial"/>
                        </a:rPr>
                        <a:t>Linear decoder: A_hat = Wz + b</a:t>
                      </a:r>
                    </a:p>
                  </a:txBody>
                  <a:tcPr marL="91440" marR="91440" marT="45720" marB="45720" anchor="ctr">
                    <a:solidFill>
                      <a:srgbClr val="FFFFFF"/>
                    </a:solidFill>
                  </a:tcPr>
                </a:tc>
              </a:tr>
            </a:tbl>
          </a:graphicData>
        </a:graphic>
      </p:graphicFrame>
      <p:sp>
        <p:nvSpPr>
          <p:cNvPr id="39" name="The encoder maps location to metabolic depth.">
            <a:extLst xmlns:a="http://schemas.openxmlformats.org/drawingml/2006/main">
              <a:ext uri="{FF2B5EF4-FFF2-40B4-BE49-F238E27FC236}">
                <a16:creationId xmlns:a16="http://schemas.microsoft.com/office/drawing/2014/main" id="{10679F23-8AB6-4DFB-A377-6F548AA4AF8B}"/>
              </a:ext>
            </a:extLst>
          </p:cNvPr>
          <p:cNvSpPr>
            <a:spLocks xmlns:a="http://schemas.openxmlformats.org/drawingml/2006/main" noGrp="1"/>
          </p:cNvSpPr>
          <p:nvPr/>
        </p:nvSpPr>
        <p:spPr>
          <a:xfrm xmlns:a="http://schemas.openxmlformats.org/drawingml/2006/main">
            <a:off x="752475" y="54768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0D4C82"/>
                </a:solidFill>
                <a:latin typeface="Arial"/>
                <a:ea typeface="Arial"/>
                <a:cs typeface="Arial"/>
              </a:defRPr>
            </a:pPr>
            <a:r>
              <a:rPr sz="1800" b="0">
                <a:solidFill>
                  <a:srgbClr val="0D4C82"/>
                </a:solidFill>
                <a:latin typeface="Arial"/>
                <a:ea typeface="Arial"/>
                <a:cs typeface="Arial"/>
              </a:rPr>
              <a:t>The encoder maps location to metabolic depth. The decoder reconstructs each feature.</a:t>
            </a:r>
          </a:p>
        </p:txBody>
      </p:sp>
      <p:sp>
        <p:nvSpPr>
          <p:cNvPr id="40" name="MET-MAP / multi_gaston. Samarah et al., Natur">
            <a:extLst xmlns:a="http://schemas.openxmlformats.org/drawingml/2006/main">
              <a:ext uri="{FF2B5EF4-FFF2-40B4-BE49-F238E27FC236}">
                <a16:creationId xmlns:a16="http://schemas.microsoft.com/office/drawing/2014/main" id="{7F9E040D-1AA0-4301-9673-19B8A793D9F6}"/>
              </a:ext>
            </a:extLst>
          </p:cNvPr>
          <p:cNvSpPr>
            <a:spLocks xmlns:a="http://schemas.openxmlformats.org/drawingml/2006/main" noGrp="1"/>
          </p:cNvSpPr>
          <p:nvPr/>
        </p:nvSpPr>
        <p:spPr>
          <a:xfrm xmlns:a="http://schemas.openxmlformats.org/drawingml/2006/main">
            <a:off x="752475" y="6429375"/>
            <a:ext cx="10048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88" b="0">
                <a:solidFill>
                  <a:srgbClr val="666666"/>
                </a:solidFill>
                <a:latin typeface="Arial"/>
                <a:ea typeface="Arial"/>
                <a:cs typeface="Arial"/>
              </a:defRPr>
            </a:pPr>
            <a:r>
              <a:rPr sz="1088" b="0">
                <a:solidFill>
                  <a:srgbClr val="666666"/>
                </a:solidFill>
                <a:latin typeface="Arial"/>
                <a:ea typeface="Arial"/>
                <a:cs typeface="Arial"/>
              </a:rPr>
              <a:t>MET-MAP / multi_gaston. Samarah et al., Nature 648, 182–190 (2025).</a:t>
            </a:r>
          </a:p>
        </p:txBody>
      </p:sp>
    </p:spTree>
    <p:extLst>
      <p:ext uri="{BB962C8B-B14F-4D97-AF65-F5344CB8AC3E}">
        <p14:creationId xmlns:p14="http://schemas.microsoft.com/office/powerpoint/2010/main" val="62026000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6" name="灯片编号占位符 18">
            <a:extLst xmlns:a="http://schemas.openxmlformats.org/drawingml/2006/main">
              <a:ext uri="{FF2B5EF4-FFF2-40B4-BE49-F238E27FC236}">
                <a16:creationId xmlns:a16="http://schemas.microsoft.com/office/drawing/2014/main" id="{B311809E-7174-EF81-2BDE-4FC1B4CF1C4C}"/>
              </a:ext>
            </a:extLst>
          </p:cNvPr>
          <p:cNvSpPr>
            <a:spLocks xmlns:a="http://schemas.openxmlformats.org/drawingml/2006/main" noGrp="1"/>
          </p:cNvSpPr>
          <p:nvPr/>
        </p:nvSpPr>
        <p:spPr>
          <a:xfrm xmlns:a="http://schemas.openxmlformats.org/drawingml/2006/main">
            <a:off x="9302750" y="6356350"/>
            <a:ext cx="2743200" cy="365125"/>
          </a:xfrm>
          <a:prstGeom xmlns:a="http://schemas.openxmlformats.org/drawingml/2006/main" prst="rect">
            <a:avLst/>
          </a:prstGeom>
        </p:spPr>
        <p:txBody>
          <a:bodyPr xmlns:a="http://schemas.openxmlformats.org/drawingml/2006/main">
            <a:noAutofit/>
          </a:bodyPr>
          <a:lstStyle xmlns:a="http://schemas.openxmlformats.org/drawingml/2006/main">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a:lstStyle>
          <a:p xmlns:a="http://schemas.openxmlformats.org/drawingml/2006/main">
            <a:pPr algn="r">
              <a:buNone/>
              <a:defRPr sz="1800">
                <a:solidFill>
                  <a:srgbClr val="000000"/>
                </a:solidFill>
                <a:latin typeface="Arial"/>
                <a:ea typeface="Arial"/>
                <a:cs typeface="Arial"/>
              </a:defRPr>
            </a:pPr>
            <a:fld id="{BA58DA2A-B818-18A9-29C1-B697728D5BCE}" type="slidenum">
              <a:rPr sz="1800">
                <a:solidFill>
                  <a:srgbClr val="000000"/>
                </a:solidFill>
                <a:latin typeface="Arial"/>
                <a:ea typeface="Arial"/>
                <a:cs typeface="Arial"/>
              </a:rPr>
              <a:t>8</a:t>
            </a:fld>
            <a:endParaRPr>
              <a:latin typeface="Arial"/>
              <a:ea typeface="Arial"/>
              <a:cs typeface="Arial"/>
            </a:endParaRPr>
          </a:p>
        </p:txBody>
      </p:sp>
      <p:sp>
        <p:nvSpPr>
          <p:cNvPr id="3" name="文本框 2">
            <a:extLst xmlns:a="http://schemas.openxmlformats.org/drawingml/2006/main">
              <a:ext uri="{FF2B5EF4-FFF2-40B4-BE49-F238E27FC236}">
                <a16:creationId xmlns:a16="http://schemas.microsoft.com/office/drawing/2014/main" id="{B7E2D4FF-A7FB-B832-04E8-442A96B4B142}"/>
              </a:ext>
            </a:extLst>
          </p:cNvPr>
          <p:cNvSpPr>
            <a:spLocks xmlns:a="http://schemas.openxmlformats.org/drawingml/2006/main" noGrp="1"/>
          </p:cNvSpPr>
          <p:nvPr/>
        </p:nvSpPr>
        <p:spPr>
          <a:xfrm xmlns:a="http://schemas.openxmlformats.org/drawingml/2006/main">
            <a:off x="657987" y="228600"/>
            <a:ext cx="10858500" cy="480060"/>
          </a:xfrm>
          <a:prstGeom xmlns:a="http://schemas.openxmlformats.org/drawingml/2006/main" prst="rect">
            <a:avLst/>
          </a:prstGeom>
          <a:noFill xmlns:a="http://schemas.openxmlformats.org/drawingml/2006/main"/>
        </p:spPr>
        <p:txBody>
          <a:bodyPr xmlns:a="http://schemas.openxmlformats.org/drawingml/2006/main" wrap="none" lIns="0" tIns="0" rIns="0" bIns="0">
            <a:noAutofit/>
          </a:bodyPr>
          <a:lstStyle xmlns:a="http://schemas.openxmlformats.org/drawingml/2006/main"/>
          <a:p xmlns:a="http://schemas.openxmlformats.org/drawingml/2006/main">
            <a:pPr defTabSz="914400">
              <a:buNone/>
              <a:defRPr sz="2550" b="1">
                <a:solidFill>
                  <a:srgbClr val="0D4C82"/>
                </a:solidFill>
                <a:latin typeface="Arial"/>
                <a:ea typeface="Arial"/>
                <a:cs typeface="Arial"/>
              </a:defRPr>
            </a:pPr>
            <a:r>
              <a:rPr sz="2550" b="1">
                <a:solidFill>
                  <a:srgbClr val="0D4C82"/>
                </a:solidFill>
                <a:latin typeface="Arial"/>
                <a:ea typeface="Arial"/>
                <a:cs typeface="Arial"/>
              </a:rPr>
              <a:t>MET-MAP preprocessing and objective</a:t>
            </a:r>
            <a:endParaRPr sz="2400" b="1">
              <a:solidFill>
                <a:schemeClr val="bg2"/>
              </a:solidFill>
              <a:latin typeface="Arial"/>
              <a:ea typeface="Arial"/>
              <a:cs typeface="Arial"/>
            </a:endParaRPr>
          </a:p>
        </p:txBody>
      </p:sp>
      <p:sp>
        <p:nvSpPr>
          <p:cNvPr id="37" name="Approximate total ion count from measured fea">
            <a:extLst xmlns:a="http://schemas.openxmlformats.org/drawingml/2006/main">
              <a:ext uri="{FF2B5EF4-FFF2-40B4-BE49-F238E27FC236}">
                <a16:creationId xmlns:a16="http://schemas.microsoft.com/office/drawing/2014/main" id="{D0545DFC-71CA-4766-84D9-064B29DFFF81}"/>
              </a:ext>
            </a:extLst>
          </p:cNvPr>
          <p:cNvSpPr>
            <a:spLocks xmlns:a="http://schemas.openxmlformats.org/drawingml/2006/main" noGrp="1"/>
          </p:cNvSpPr>
          <p:nvPr/>
        </p:nvSpPr>
        <p:spPr>
          <a:xfrm xmlns:a="http://schemas.openxmlformats.org/drawingml/2006/main">
            <a:off x="762000" y="1200150"/>
            <a:ext cx="10620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0D4C82"/>
                </a:solidFill>
                <a:latin typeface="Arial"/>
                <a:ea typeface="Arial"/>
                <a:cs typeface="Arial"/>
              </a:defRPr>
            </a:pPr>
            <a:r>
              <a:rPr sz="2175" b="1">
                <a:solidFill>
                  <a:srgbClr val="0D4C82"/>
                </a:solidFill>
                <a:latin typeface="Arial"/>
                <a:ea typeface="Arial"/>
                <a:cs typeface="Arial"/>
              </a:rPr>
              <a:t>Approximate total ion count from measured features</a:t>
            </a:r>
          </a:p>
        </p:txBody>
      </p:sp>
      <p:sp>
        <p:nvSpPr>
          <p:cNvPr id="38" name="tic = X_raw.sum(axis=1)">
            <a:extLst xmlns:a="http://schemas.openxmlformats.org/drawingml/2006/main">
              <a:ext uri="{FF2B5EF4-FFF2-40B4-BE49-F238E27FC236}">
                <a16:creationId xmlns:a16="http://schemas.microsoft.com/office/drawing/2014/main" id="{D7F01367-5E72-489D-AB1C-A37C7672BCFC}"/>
              </a:ext>
            </a:extLst>
          </p:cNvPr>
          <p:cNvSpPr>
            <a:spLocks xmlns:a="http://schemas.openxmlformats.org/drawingml/2006/main" noGrp="1"/>
          </p:cNvSpPr>
          <p:nvPr/>
        </p:nvSpPr>
        <p:spPr>
          <a:xfrm xmlns:a="http://schemas.openxmlformats.org/drawingml/2006/main">
            <a:off x="790575" y="1790700"/>
            <a:ext cx="10572750" cy="352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023160"/>
                </a:solidFill>
                <a:latin typeface="Arial"/>
                <a:ea typeface="Arial"/>
                <a:cs typeface="Arial"/>
              </a:defRPr>
            </a:pPr>
            <a:r>
              <a:rPr sz="2025" b="0">
                <a:solidFill>
                  <a:srgbClr val="023160"/>
                </a:solidFill>
                <a:latin typeface="Arial"/>
                <a:ea typeface="Arial"/>
                <a:cs typeface="Arial"/>
              </a:rPr>
              <a:t>tic = X_raw.sum(axis=1)</a:t>
            </a:r>
          </a:p>
        </p:txBody>
      </p:sp>
      <p:sp>
        <p:nvSpPr>
          <p:cNvPr id="39" name="X_log = np.log1p(X_raw / tic[:, None] * tic.m">
            <a:extLst xmlns:a="http://schemas.openxmlformats.org/drawingml/2006/main">
              <a:ext uri="{FF2B5EF4-FFF2-40B4-BE49-F238E27FC236}">
                <a16:creationId xmlns:a16="http://schemas.microsoft.com/office/drawing/2014/main" id="{9963BCF1-13E0-4F14-AEF0-E649E00DD4A2}"/>
              </a:ext>
            </a:extLst>
          </p:cNvPr>
          <p:cNvSpPr>
            <a:spLocks xmlns:a="http://schemas.openxmlformats.org/drawingml/2006/main" noGrp="1"/>
          </p:cNvSpPr>
          <p:nvPr/>
        </p:nvSpPr>
        <p:spPr>
          <a:xfrm xmlns:a="http://schemas.openxmlformats.org/drawingml/2006/main">
            <a:off x="790575" y="2150745"/>
            <a:ext cx="10572750" cy="352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023160"/>
                </a:solidFill>
                <a:latin typeface="Arial"/>
                <a:ea typeface="Arial"/>
                <a:cs typeface="Arial"/>
              </a:defRPr>
            </a:pPr>
            <a:r>
              <a:rPr sz="2025" b="0">
                <a:solidFill>
                  <a:srgbClr val="023160"/>
                </a:solidFill>
                <a:latin typeface="Arial"/>
                <a:ea typeface="Arial"/>
                <a:cs typeface="Arial"/>
              </a:rPr>
              <a:t>X_log = np.log1p(X_raw / tic[:, None] * tic.mean())</a:t>
            </a:r>
          </a:p>
        </p:txBody>
      </p:sp>
      <p:sp>
        <p:nvSpPr>
          <p:cNvPr id="40" name="S, A = data_processing.tensor_transform_input">
            <a:extLst xmlns:a="http://schemas.openxmlformats.org/drawingml/2006/main">
              <a:ext uri="{FF2B5EF4-FFF2-40B4-BE49-F238E27FC236}">
                <a16:creationId xmlns:a16="http://schemas.microsoft.com/office/drawing/2014/main" id="{D78B40E8-50DD-4475-8D95-7B5E41B92F66}"/>
              </a:ext>
            </a:extLst>
          </p:cNvPr>
          <p:cNvSpPr>
            <a:spLocks xmlns:a="http://schemas.openxmlformats.org/drawingml/2006/main" noGrp="1"/>
          </p:cNvSpPr>
          <p:nvPr/>
        </p:nvSpPr>
        <p:spPr>
          <a:xfrm xmlns:a="http://schemas.openxmlformats.org/drawingml/2006/main">
            <a:off x="790575" y="2510790"/>
            <a:ext cx="10572750" cy="352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023160"/>
                </a:solidFill>
                <a:latin typeface="Arial"/>
                <a:ea typeface="Arial"/>
                <a:cs typeface="Arial"/>
              </a:defRPr>
            </a:pPr>
            <a:r>
              <a:rPr sz="2025" b="0">
                <a:solidFill>
                  <a:srgbClr val="023160"/>
                </a:solidFill>
                <a:latin typeface="Arial"/>
                <a:ea typeface="Arial"/>
                <a:cs typeface="Arial"/>
              </a:rPr>
              <a:t>S, A = data_processing.tensor_transform_inputs(coords, X_log)</a:t>
            </a:r>
          </a:p>
        </p:txBody>
      </p:sp>
      <p:sp>
        <p:nvSpPr>
          <p:cNvPr id="41" name="Standardization">
            <a:extLst xmlns:a="http://schemas.openxmlformats.org/drawingml/2006/main">
              <a:ext uri="{FF2B5EF4-FFF2-40B4-BE49-F238E27FC236}">
                <a16:creationId xmlns:a16="http://schemas.microsoft.com/office/drawing/2014/main" id="{CC8D6C7A-0353-44DC-9DF3-C58174784327}"/>
              </a:ext>
            </a:extLst>
          </p:cNvPr>
          <p:cNvSpPr>
            <a:spLocks xmlns:a="http://schemas.openxmlformats.org/drawingml/2006/main" noGrp="1"/>
          </p:cNvSpPr>
          <p:nvPr/>
        </p:nvSpPr>
        <p:spPr>
          <a:xfrm xmlns:a="http://schemas.openxmlformats.org/drawingml/2006/main">
            <a:off x="781050" y="3105150"/>
            <a:ext cx="4572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0D4C82"/>
                </a:solidFill>
                <a:latin typeface="Arial"/>
                <a:ea typeface="Arial"/>
                <a:cs typeface="Arial"/>
              </a:defRPr>
            </a:pPr>
            <a:r>
              <a:rPr sz="2175" b="1">
                <a:solidFill>
                  <a:srgbClr val="0D4C82"/>
                </a:solidFill>
                <a:latin typeface="Arial"/>
                <a:ea typeface="Arial"/>
                <a:cs typeface="Arial"/>
              </a:rPr>
              <a:t>Standardization</a:t>
            </a:r>
          </a:p>
        </p:txBody>
      </p:sp>
      <p:sp>
        <p:nvSpPr>
          <p:cNvPr id="42" name="Each MSI feature has zero mean and unit varia">
            <a:extLst xmlns:a="http://schemas.openxmlformats.org/drawingml/2006/main">
              <a:ext uri="{FF2B5EF4-FFF2-40B4-BE49-F238E27FC236}">
                <a16:creationId xmlns:a16="http://schemas.microsoft.com/office/drawing/2014/main" id="{C9F4D795-CBE4-4B8A-86BF-79CA4FED3DAA}"/>
              </a:ext>
            </a:extLst>
          </p:cNvPr>
          <p:cNvSpPr>
            <a:spLocks xmlns:a="http://schemas.openxmlformats.org/drawingml/2006/main" noGrp="1"/>
          </p:cNvSpPr>
          <p:nvPr/>
        </p:nvSpPr>
        <p:spPr>
          <a:xfrm xmlns:a="http://schemas.openxmlformats.org/drawingml/2006/main">
            <a:off x="781050" y="35909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222222"/>
                </a:solidFill>
                <a:latin typeface="Arial"/>
                <a:ea typeface="Arial"/>
                <a:cs typeface="Arial"/>
              </a:defRPr>
            </a:pPr>
            <a:r>
              <a:rPr sz="2025" b="0">
                <a:solidFill>
                  <a:srgbClr val="222222"/>
                </a:solidFill>
                <a:latin typeface="Arial"/>
                <a:ea typeface="Arial"/>
                <a:cs typeface="Arial"/>
              </a:rPr>
              <a:t>Each MSI feature has zero mean and unit variance.</a:t>
            </a:r>
          </a:p>
          <a:p xmlns:a="http://schemas.openxmlformats.org/drawingml/2006/main">
            <a:pPr algn="l">
              <a:buNone/>
              <a:defRPr sz="2025" b="0">
                <a:solidFill>
                  <a:srgbClr val="222222"/>
                </a:solidFill>
                <a:latin typeface="Arial"/>
                <a:ea typeface="Arial"/>
                <a:cs typeface="Arial"/>
              </a:defRPr>
            </a:pPr>
            <a:r>
              <a:rPr sz="2025" b="0">
                <a:solidFill>
                  <a:srgbClr val="222222"/>
                </a:solidFill>
                <a:latin typeface="Arial"/>
                <a:ea typeface="Arial"/>
                <a:cs typeface="Arial"/>
              </a:rPr>
              <a:t>The two coordinate axes are standardized separately.</a:t>
            </a:r>
          </a:p>
        </p:txBody>
      </p:sp>
      <p:sp>
        <p:nvSpPr>
          <p:cNvPr id="43" name="Loss = mean squared reconstruction error + 0.">
            <a:extLst xmlns:a="http://schemas.openxmlformats.org/drawingml/2006/main">
              <a:ext uri="{FF2B5EF4-FFF2-40B4-BE49-F238E27FC236}">
                <a16:creationId xmlns:a16="http://schemas.microsoft.com/office/drawing/2014/main" id="{81B8E4C3-F3FD-476D-82FE-D38C02F6AA0E}"/>
              </a:ext>
            </a:extLst>
          </p:cNvPr>
          <p:cNvSpPr>
            <a:spLocks xmlns:a="http://schemas.openxmlformats.org/drawingml/2006/main" noGrp="1"/>
          </p:cNvSpPr>
          <p:nvPr/>
        </p:nvSpPr>
        <p:spPr>
          <a:xfrm xmlns:a="http://schemas.openxmlformats.org/drawingml/2006/main">
            <a:off x="781050" y="4772025"/>
            <a:ext cx="106108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023160"/>
                </a:solidFill>
                <a:latin typeface="Arial"/>
                <a:ea typeface="Arial"/>
                <a:cs typeface="Arial"/>
              </a:defRPr>
            </a:pPr>
            <a:r>
              <a:rPr sz="2250" b="1">
                <a:solidFill>
                  <a:srgbClr val="023160"/>
                </a:solidFill>
                <a:latin typeface="Arial"/>
                <a:ea typeface="Arial"/>
                <a:cs typeface="Arial"/>
              </a:rPr>
              <a:t>Loss = mean squared reconstruction error + 0.0001 × sum(abs(W))</a:t>
            </a:r>
          </a:p>
        </p:txBody>
      </p:sp>
      <p:sp>
        <p:nvSpPr>
          <p:cNvPr id="44" name="Only decoder weights receive the L1 penalty. ">
            <a:extLst xmlns:a="http://schemas.openxmlformats.org/drawingml/2006/main">
              <a:ext uri="{FF2B5EF4-FFF2-40B4-BE49-F238E27FC236}">
                <a16:creationId xmlns:a16="http://schemas.microsoft.com/office/drawing/2014/main" id="{2846C5E1-9AC7-4948-A036-366F3333C094}"/>
              </a:ext>
            </a:extLst>
          </p:cNvPr>
          <p:cNvSpPr>
            <a:spLocks xmlns:a="http://schemas.openxmlformats.org/drawingml/2006/main" noGrp="1"/>
          </p:cNvSpPr>
          <p:nvPr/>
        </p:nvSpPr>
        <p:spPr>
          <a:xfrm xmlns:a="http://schemas.openxmlformats.org/drawingml/2006/main">
            <a:off x="752475" y="58388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0D4C82"/>
                </a:solidFill>
                <a:latin typeface="Arial"/>
                <a:ea typeface="Arial"/>
                <a:cs typeface="Arial"/>
              </a:defRPr>
            </a:pPr>
            <a:r>
              <a:rPr sz="1800" b="0">
                <a:solidFill>
                  <a:srgbClr val="0D4C82"/>
                </a:solidFill>
                <a:latin typeface="Arial"/>
                <a:ea typeface="Arial"/>
                <a:cs typeface="Arial"/>
              </a:rPr>
              <a:t>Only decoder weights receive the L1 penalty. The decoder bias remains unpenalized.</a:t>
            </a:r>
          </a:p>
        </p:txBody>
      </p:sp>
    </p:spTree>
    <p:extLst>
      <p:ext uri="{BB962C8B-B14F-4D97-AF65-F5344CB8AC3E}">
        <p14:creationId xmlns:p14="http://schemas.microsoft.com/office/powerpoint/2010/main" val="62026000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36" name="灯片编号占位符 18">
            <a:extLst xmlns:a="http://schemas.openxmlformats.org/drawingml/2006/main">
              <a:ext uri="{FF2B5EF4-FFF2-40B4-BE49-F238E27FC236}">
                <a16:creationId xmlns:a16="http://schemas.microsoft.com/office/drawing/2014/main" id="{B311809E-7174-EF81-2BDE-4FC1B4CF1C4C}"/>
              </a:ext>
            </a:extLst>
          </p:cNvPr>
          <p:cNvSpPr>
            <a:spLocks xmlns:a="http://schemas.openxmlformats.org/drawingml/2006/main" noGrp="1"/>
          </p:cNvSpPr>
          <p:nvPr/>
        </p:nvSpPr>
        <p:spPr>
          <a:xfrm xmlns:a="http://schemas.openxmlformats.org/drawingml/2006/main">
            <a:off x="9302750" y="6356350"/>
            <a:ext cx="2743200" cy="365125"/>
          </a:xfrm>
          <a:prstGeom xmlns:a="http://schemas.openxmlformats.org/drawingml/2006/main" prst="rect">
            <a:avLst/>
          </a:prstGeom>
        </p:spPr>
        <p:txBody>
          <a:bodyPr xmlns:a="http://schemas.openxmlformats.org/drawingml/2006/main">
            <a:noAutofit/>
          </a:bodyPr>
          <a:lstStyle xmlns:a="http://schemas.openxmlformats.org/drawingml/2006/main">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a:lstStyle>
          <a:p xmlns:a="http://schemas.openxmlformats.org/drawingml/2006/main">
            <a:pPr algn="r">
              <a:buNone/>
              <a:defRPr sz="1800">
                <a:solidFill>
                  <a:srgbClr val="000000"/>
                </a:solidFill>
                <a:latin typeface="Arial"/>
                <a:ea typeface="Arial"/>
                <a:cs typeface="Arial"/>
              </a:defRPr>
            </a:pPr>
            <a:fld id="{388657AE-30A1-5A7A-6A7F-315D84436430}" type="slidenum">
              <a:rPr sz="1800">
                <a:solidFill>
                  <a:srgbClr val="000000"/>
                </a:solidFill>
                <a:latin typeface="Arial"/>
                <a:ea typeface="Arial"/>
                <a:cs typeface="Arial"/>
              </a:rPr>
              <a:t>9</a:t>
            </a:fld>
            <a:endParaRPr>
              <a:latin typeface="Arial"/>
              <a:ea typeface="Arial"/>
              <a:cs typeface="Arial"/>
            </a:endParaRPr>
          </a:p>
        </p:txBody>
      </p:sp>
      <p:sp>
        <p:nvSpPr>
          <p:cNvPr id="3" name="文本框 2">
            <a:extLst xmlns:a="http://schemas.openxmlformats.org/drawingml/2006/main">
              <a:ext uri="{FF2B5EF4-FFF2-40B4-BE49-F238E27FC236}">
                <a16:creationId xmlns:a16="http://schemas.microsoft.com/office/drawing/2014/main" id="{B7E2D4FF-A7FB-B832-04E8-442A96B4B142}"/>
              </a:ext>
            </a:extLst>
          </p:cNvPr>
          <p:cNvSpPr>
            <a:spLocks xmlns:a="http://schemas.openxmlformats.org/drawingml/2006/main" noGrp="1"/>
          </p:cNvSpPr>
          <p:nvPr/>
        </p:nvSpPr>
        <p:spPr>
          <a:xfrm xmlns:a="http://schemas.openxmlformats.org/drawingml/2006/main">
            <a:off x="657987" y="228600"/>
            <a:ext cx="10858500" cy="480060"/>
          </a:xfrm>
          <a:prstGeom xmlns:a="http://schemas.openxmlformats.org/drawingml/2006/main" prst="rect">
            <a:avLst/>
          </a:prstGeom>
          <a:noFill xmlns:a="http://schemas.openxmlformats.org/drawingml/2006/main"/>
        </p:spPr>
        <p:txBody>
          <a:bodyPr xmlns:a="http://schemas.openxmlformats.org/drawingml/2006/main" wrap="none" lIns="0" tIns="0" rIns="0" bIns="0">
            <a:noAutofit/>
          </a:bodyPr>
          <a:lstStyle xmlns:a="http://schemas.openxmlformats.org/drawingml/2006/main"/>
          <a:p xmlns:a="http://schemas.openxmlformats.org/drawingml/2006/main">
            <a:pPr defTabSz="914400">
              <a:buNone/>
              <a:defRPr sz="2550" b="1">
                <a:solidFill>
                  <a:srgbClr val="0D4C82"/>
                </a:solidFill>
                <a:latin typeface="Arial"/>
                <a:ea typeface="Arial"/>
                <a:cs typeface="Arial"/>
              </a:defRPr>
            </a:pPr>
            <a:r>
              <a:rPr sz="2550" b="1">
                <a:solidFill>
                  <a:srgbClr val="0D4C82"/>
                </a:solidFill>
                <a:latin typeface="Arial"/>
                <a:ea typeface="Arial"/>
                <a:cs typeface="Arial"/>
              </a:rPr>
              <a:t>MET-MAP library call</a:t>
            </a:r>
            <a:endParaRPr sz="2400" b="1">
              <a:solidFill>
                <a:schemeClr val="bg2"/>
              </a:solidFill>
              <a:latin typeface="Arial"/>
              <a:ea typeface="Arial"/>
              <a:cs typeface="Arial"/>
            </a:endParaRPr>
          </a:p>
        </p:txBody>
      </p:sp>
      <p:sp>
        <p:nvSpPr>
          <p:cNvPr id="37" name="Notebook 01 uses the pinned official source">
            <a:extLst xmlns:a="http://schemas.openxmlformats.org/drawingml/2006/main">
              <a:ext uri="{FF2B5EF4-FFF2-40B4-BE49-F238E27FC236}">
                <a16:creationId xmlns:a16="http://schemas.microsoft.com/office/drawing/2014/main" id="{D45EF5A4-74AC-4201-8C04-CFE093F9FF56}"/>
              </a:ext>
            </a:extLst>
          </p:cNvPr>
          <p:cNvSpPr>
            <a:spLocks xmlns:a="http://schemas.openxmlformats.org/drawingml/2006/main" noGrp="1"/>
          </p:cNvSpPr>
          <p:nvPr/>
        </p:nvSpPr>
        <p:spPr>
          <a:xfrm xmlns:a="http://schemas.openxmlformats.org/drawingml/2006/main">
            <a:off x="752475" y="1000125"/>
            <a:ext cx="107156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222222"/>
                </a:solidFill>
                <a:latin typeface="Arial"/>
                <a:ea typeface="Arial"/>
                <a:cs typeface="Arial"/>
              </a:defRPr>
            </a:pPr>
            <a:r>
              <a:rPr sz="2025" b="0">
                <a:solidFill>
                  <a:srgbClr val="222222"/>
                </a:solidFill>
                <a:latin typeface="Arial"/>
                <a:ea typeface="Arial"/>
                <a:cs typeface="Arial"/>
              </a:rPr>
              <a:t>Notebook 01 uses the pinned official source</a:t>
            </a:r>
          </a:p>
        </p:txBody>
      </p:sp>
      <p:sp>
        <p:nvSpPr>
          <p:cNvPr id="38" name="sys.path.insert(0, str(ROOT / &quot;external/MET-M">
            <a:extLst xmlns:a="http://schemas.openxmlformats.org/drawingml/2006/main">
              <a:ext uri="{FF2B5EF4-FFF2-40B4-BE49-F238E27FC236}">
                <a16:creationId xmlns:a16="http://schemas.microsoft.com/office/drawing/2014/main" id="{A7A6F9B6-5382-4DF4-A759-CF7565878101}"/>
              </a:ext>
            </a:extLst>
          </p:cNvPr>
          <p:cNvSpPr>
            <a:spLocks xmlns:a="http://schemas.openxmlformats.org/drawingml/2006/main" noGrp="1"/>
          </p:cNvSpPr>
          <p:nvPr/>
        </p:nvSpPr>
        <p:spPr>
          <a:xfrm xmlns:a="http://schemas.openxmlformats.org/drawingml/2006/main">
            <a:off x="790575" y="1733550"/>
            <a:ext cx="10620375" cy="3131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023160"/>
                </a:solidFill>
                <a:latin typeface="Arial"/>
                <a:ea typeface="Arial"/>
                <a:cs typeface="Arial"/>
              </a:defRPr>
            </a:pPr>
            <a:r>
              <a:rPr sz="1800" b="0">
                <a:solidFill>
                  <a:srgbClr val="023160"/>
                </a:solidFill>
                <a:latin typeface="Arial"/>
                <a:ea typeface="Arial"/>
                <a:cs typeface="Arial"/>
              </a:rPr>
              <a:t>sys.path.insert(0, str(ROOT / "external/MET-MAP/src"))</a:t>
            </a:r>
          </a:p>
        </p:txBody>
      </p:sp>
      <p:sp>
        <p:nvSpPr>
          <p:cNvPr id="39" name="from multi_gaston import multi_gaston, data_p">
            <a:extLst xmlns:a="http://schemas.openxmlformats.org/drawingml/2006/main">
              <a:ext uri="{FF2B5EF4-FFF2-40B4-BE49-F238E27FC236}">
                <a16:creationId xmlns:a16="http://schemas.microsoft.com/office/drawing/2014/main" id="{D8A5F33D-BA0E-4EDA-9B63-B6D3F0FC9EE0}"/>
              </a:ext>
            </a:extLst>
          </p:cNvPr>
          <p:cNvSpPr>
            <a:spLocks xmlns:a="http://schemas.openxmlformats.org/drawingml/2006/main" noGrp="1"/>
          </p:cNvSpPr>
          <p:nvPr/>
        </p:nvSpPr>
        <p:spPr>
          <a:xfrm xmlns:a="http://schemas.openxmlformats.org/drawingml/2006/main">
            <a:off x="790575" y="2053590"/>
            <a:ext cx="10620375" cy="3131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023160"/>
                </a:solidFill>
                <a:latin typeface="Arial"/>
                <a:ea typeface="Arial"/>
                <a:cs typeface="Arial"/>
              </a:defRPr>
            </a:pPr>
            <a:r>
              <a:rPr sz="1800" b="0">
                <a:solidFill>
                  <a:srgbClr val="023160"/>
                </a:solidFill>
                <a:latin typeface="Arial"/>
                <a:ea typeface="Arial"/>
                <a:cs typeface="Arial"/>
              </a:rPr>
              <a:t>from multi_gaston import multi_gaston, data_processing</a:t>
            </a:r>
          </a:p>
        </p:txBody>
      </p:sp>
      <p:sp>
        <p:nvSpPr>
          <p:cNvPr id="40" name=" ">
            <a:extLst xmlns:a="http://schemas.openxmlformats.org/drawingml/2006/main">
              <a:ext uri="{FF2B5EF4-FFF2-40B4-BE49-F238E27FC236}">
                <a16:creationId xmlns:a16="http://schemas.microsoft.com/office/drawing/2014/main" id="{0BB9906E-BAF2-42A4-BDD9-4C6282B5ADCC}"/>
              </a:ext>
            </a:extLst>
          </p:cNvPr>
          <p:cNvSpPr>
            <a:spLocks xmlns:a="http://schemas.openxmlformats.org/drawingml/2006/main" noGrp="1"/>
          </p:cNvSpPr>
          <p:nvPr/>
        </p:nvSpPr>
        <p:spPr>
          <a:xfrm xmlns:a="http://schemas.openxmlformats.org/drawingml/2006/main">
            <a:off x="790575" y="2373630"/>
            <a:ext cx="10620375" cy="3131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023160"/>
                </a:solidFill>
                <a:latin typeface="Arial"/>
                <a:ea typeface="Arial"/>
                <a:cs typeface="Arial"/>
              </a:defRPr>
            </a:pPr>
            <a:r>
              <a:rPr sz="1800" b="0">
                <a:solidFill>
                  <a:srgbClr val="023160"/>
                </a:solidFill>
                <a:latin typeface="Arial"/>
                <a:ea typeface="Arial"/>
                <a:cs typeface="Arial"/>
              </a:rPr>
              <a:t> </a:t>
            </a:r>
          </a:p>
        </p:txBody>
      </p:sp>
      <p:sp>
        <p:nvSpPr>
          <p:cNvPr id="41" name="model, total_loss, l1_loss = multi_gaston.tra">
            <a:extLst xmlns:a="http://schemas.openxmlformats.org/drawingml/2006/main">
              <a:ext uri="{FF2B5EF4-FFF2-40B4-BE49-F238E27FC236}">
                <a16:creationId xmlns:a16="http://schemas.microsoft.com/office/drawing/2014/main" id="{8BE0D461-1E65-4224-A499-00571E9CD29E}"/>
              </a:ext>
            </a:extLst>
          </p:cNvPr>
          <p:cNvSpPr>
            <a:spLocks xmlns:a="http://schemas.openxmlformats.org/drawingml/2006/main" noGrp="1"/>
          </p:cNvSpPr>
          <p:nvPr/>
        </p:nvSpPr>
        <p:spPr>
          <a:xfrm xmlns:a="http://schemas.openxmlformats.org/drawingml/2006/main">
            <a:off x="790575" y="2693670"/>
            <a:ext cx="10620375" cy="3131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023160"/>
                </a:solidFill>
                <a:latin typeface="Arial"/>
                <a:ea typeface="Arial"/>
                <a:cs typeface="Arial"/>
              </a:defRPr>
            </a:pPr>
            <a:r>
              <a:rPr sz="1800" b="0">
                <a:solidFill>
                  <a:srgbClr val="023160"/>
                </a:solidFill>
                <a:latin typeface="Arial"/>
                <a:ea typeface="Arial"/>
                <a:cs typeface="Arial"/>
              </a:rPr>
              <a:t>model, total_loss, l1_loss = multi_gaston.train(</a:t>
            </a:r>
          </a:p>
        </p:txBody>
      </p:sp>
      <p:sp>
        <p:nvSpPr>
          <p:cNvPr id="42" name="S, A, S_hidden_list=[120, 120], A_hidden_list">
            <a:extLst xmlns:a="http://schemas.openxmlformats.org/drawingml/2006/main">
              <a:ext uri="{FF2B5EF4-FFF2-40B4-BE49-F238E27FC236}">
                <a16:creationId xmlns:a16="http://schemas.microsoft.com/office/drawing/2014/main" id="{343B4E5C-3BE2-49C8-A405-9CC311B3B49B}"/>
              </a:ext>
            </a:extLst>
          </p:cNvPr>
          <p:cNvSpPr>
            <a:spLocks xmlns:a="http://schemas.openxmlformats.org/drawingml/2006/main" noGrp="1"/>
          </p:cNvSpPr>
          <p:nvPr/>
        </p:nvSpPr>
        <p:spPr>
          <a:xfrm xmlns:a="http://schemas.openxmlformats.org/drawingml/2006/main">
            <a:off x="1110615" y="3013710"/>
            <a:ext cx="10300335" cy="3131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023160"/>
                </a:solidFill>
                <a:latin typeface="Arial"/>
                <a:ea typeface="Arial"/>
                <a:cs typeface="Arial"/>
              </a:defRPr>
            </a:pPr>
            <a:r>
              <a:rPr sz="1800" b="0">
                <a:solidFill>
                  <a:srgbClr val="023160"/>
                </a:solidFill>
                <a:latin typeface="Arial"/>
                <a:ea typeface="Arial"/>
                <a:cs typeface="Arial"/>
              </a:rPr>
              <a:t>S, A, S_hidden_list=[120, 120], A_hidden_list=[],</a:t>
            </a:r>
          </a:p>
        </p:txBody>
      </p:sp>
      <p:sp>
        <p:nvSpPr>
          <p:cNvPr id="43" name="A_linear=True, lasso_lambda=0.0001, K=3,">
            <a:extLst xmlns:a="http://schemas.openxmlformats.org/drawingml/2006/main">
              <a:ext uri="{FF2B5EF4-FFF2-40B4-BE49-F238E27FC236}">
                <a16:creationId xmlns:a16="http://schemas.microsoft.com/office/drawing/2014/main" id="{E1498A0A-EBD3-499C-9146-6AF285621C16}"/>
              </a:ext>
            </a:extLst>
          </p:cNvPr>
          <p:cNvSpPr>
            <a:spLocks xmlns:a="http://schemas.openxmlformats.org/drawingml/2006/main" noGrp="1"/>
          </p:cNvSpPr>
          <p:nvPr/>
        </p:nvSpPr>
        <p:spPr>
          <a:xfrm xmlns:a="http://schemas.openxmlformats.org/drawingml/2006/main">
            <a:off x="1110615" y="3333750"/>
            <a:ext cx="10300335" cy="3131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023160"/>
                </a:solidFill>
                <a:latin typeface="Arial"/>
                <a:ea typeface="Arial"/>
                <a:cs typeface="Arial"/>
              </a:defRPr>
            </a:pPr>
            <a:r>
              <a:rPr sz="1800" b="0">
                <a:solidFill>
                  <a:srgbClr val="023160"/>
                </a:solidFill>
                <a:latin typeface="Arial"/>
                <a:ea typeface="Arial"/>
                <a:cs typeface="Arial"/>
              </a:rPr>
              <a:t>A_linear=True, lasso_lambda=0.0001, K=3,</a:t>
            </a:r>
          </a:p>
        </p:txBody>
      </p:sp>
      <p:sp>
        <p:nvSpPr>
          <p:cNvPr id="44" name="epochs=3000, batch_size=None, checkpoint=500,">
            <a:extLst xmlns:a="http://schemas.openxmlformats.org/drawingml/2006/main">
              <a:ext uri="{FF2B5EF4-FFF2-40B4-BE49-F238E27FC236}">
                <a16:creationId xmlns:a16="http://schemas.microsoft.com/office/drawing/2014/main" id="{B4EF817F-7D5C-4879-849D-A736281E9E93}"/>
              </a:ext>
            </a:extLst>
          </p:cNvPr>
          <p:cNvSpPr>
            <a:spLocks xmlns:a="http://schemas.openxmlformats.org/drawingml/2006/main" noGrp="1"/>
          </p:cNvSpPr>
          <p:nvPr/>
        </p:nvSpPr>
        <p:spPr>
          <a:xfrm xmlns:a="http://schemas.openxmlformats.org/drawingml/2006/main">
            <a:off x="1110615" y="3653790"/>
            <a:ext cx="10300335" cy="3131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023160"/>
                </a:solidFill>
                <a:latin typeface="Arial"/>
                <a:ea typeface="Arial"/>
                <a:cs typeface="Arial"/>
              </a:defRPr>
            </a:pPr>
            <a:r>
              <a:rPr sz="1800" b="0">
                <a:solidFill>
                  <a:srgbClr val="023160"/>
                </a:solidFill>
                <a:latin typeface="Arial"/>
                <a:ea typeface="Arial"/>
                <a:cs typeface="Arial"/>
              </a:rPr>
              <a:t>epochs=3000, batch_size=None, checkpoint=500, SAVE_PATH=None,</a:t>
            </a:r>
          </a:p>
        </p:txBody>
      </p:sp>
      <p:sp>
        <p:nvSpPr>
          <p:cNvPr id="45" name="optim=&quot;adam&quot;, lr=0.001, weight_decay=0, seed=">
            <a:extLst xmlns:a="http://schemas.openxmlformats.org/drawingml/2006/main">
              <a:ext uri="{FF2B5EF4-FFF2-40B4-BE49-F238E27FC236}">
                <a16:creationId xmlns:a16="http://schemas.microsoft.com/office/drawing/2014/main" id="{7FC3B0F8-60A4-4270-9B34-10A84E377DD6}"/>
              </a:ext>
            </a:extLst>
          </p:cNvPr>
          <p:cNvSpPr>
            <a:spLocks xmlns:a="http://schemas.openxmlformats.org/drawingml/2006/main" noGrp="1"/>
          </p:cNvSpPr>
          <p:nvPr/>
        </p:nvSpPr>
        <p:spPr>
          <a:xfrm xmlns:a="http://schemas.openxmlformats.org/drawingml/2006/main">
            <a:off x="1110615" y="3973830"/>
            <a:ext cx="10300335" cy="3131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023160"/>
                </a:solidFill>
                <a:latin typeface="Arial"/>
                <a:ea typeface="Arial"/>
                <a:cs typeface="Arial"/>
              </a:defRPr>
            </a:pPr>
            <a:r>
              <a:rPr sz="1800" b="0">
                <a:solidFill>
                  <a:srgbClr val="023160"/>
                </a:solidFill>
                <a:latin typeface="Arial"/>
                <a:ea typeface="Arial"/>
                <a:cs typeface="Arial"/>
              </a:rPr>
              <a:t>optim="adam", lr=0.001, weight_decay=0, seed=0,</a:t>
            </a:r>
          </a:p>
        </p:txBody>
      </p:sp>
      <p:sp>
        <p:nvSpPr>
          <p:cNvPr id="46" name="schedule=&quot;linear&quot;, schedule_para=[0.05, 12000">
            <a:extLst xmlns:a="http://schemas.openxmlformats.org/drawingml/2006/main">
              <a:ext uri="{FF2B5EF4-FFF2-40B4-BE49-F238E27FC236}">
                <a16:creationId xmlns:a16="http://schemas.microsoft.com/office/drawing/2014/main" id="{37D4AABC-5591-48CD-89A8-EDE65F143CF8}"/>
              </a:ext>
            </a:extLst>
          </p:cNvPr>
          <p:cNvSpPr>
            <a:spLocks xmlns:a="http://schemas.openxmlformats.org/drawingml/2006/main" noGrp="1"/>
          </p:cNvSpPr>
          <p:nvPr/>
        </p:nvSpPr>
        <p:spPr>
          <a:xfrm xmlns:a="http://schemas.openxmlformats.org/drawingml/2006/main">
            <a:off x="1110615" y="4293870"/>
            <a:ext cx="10300335" cy="3131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023160"/>
                </a:solidFill>
                <a:latin typeface="Arial"/>
                <a:ea typeface="Arial"/>
                <a:cs typeface="Arial"/>
              </a:defRPr>
            </a:pPr>
            <a:r>
              <a:rPr sz="1800" b="0">
                <a:solidFill>
                  <a:srgbClr val="023160"/>
                </a:solidFill>
                <a:latin typeface="Arial"/>
                <a:ea typeface="Arial"/>
                <a:cs typeface="Arial"/>
              </a:rPr>
              <a:t>schedule="linear", schedule_para=[0.05, 12000],</a:t>
            </a:r>
          </a:p>
        </p:txBody>
      </p:sp>
      <p:sp>
        <p:nvSpPr>
          <p:cNvPr id="47" name="loss_threshold=-1.0,">
            <a:extLst xmlns:a="http://schemas.openxmlformats.org/drawingml/2006/main">
              <a:ext uri="{FF2B5EF4-FFF2-40B4-BE49-F238E27FC236}">
                <a16:creationId xmlns:a16="http://schemas.microsoft.com/office/drawing/2014/main" id="{9EDCD3D0-083C-4258-B767-7748FBEB6872}"/>
              </a:ext>
            </a:extLst>
          </p:cNvPr>
          <p:cNvSpPr>
            <a:spLocks xmlns:a="http://schemas.openxmlformats.org/drawingml/2006/main" noGrp="1"/>
          </p:cNvSpPr>
          <p:nvPr/>
        </p:nvSpPr>
        <p:spPr>
          <a:xfrm xmlns:a="http://schemas.openxmlformats.org/drawingml/2006/main">
            <a:off x="1110615" y="4613910"/>
            <a:ext cx="10300335" cy="3131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023160"/>
                </a:solidFill>
                <a:latin typeface="Arial"/>
                <a:ea typeface="Arial"/>
                <a:cs typeface="Arial"/>
              </a:defRPr>
            </a:pPr>
            <a:r>
              <a:rPr sz="1800" b="0">
                <a:solidFill>
                  <a:srgbClr val="023160"/>
                </a:solidFill>
                <a:latin typeface="Arial"/>
                <a:ea typeface="Arial"/>
                <a:cs typeface="Arial"/>
              </a:rPr>
              <a:t>loss_threshold=-1.0,</a:t>
            </a:r>
          </a:p>
        </p:txBody>
      </p:sp>
      <p:sp>
        <p:nvSpPr>
          <p:cNvPr id="48" name=")">
            <a:extLst xmlns:a="http://schemas.openxmlformats.org/drawingml/2006/main">
              <a:ext uri="{FF2B5EF4-FFF2-40B4-BE49-F238E27FC236}">
                <a16:creationId xmlns:a16="http://schemas.microsoft.com/office/drawing/2014/main" id="{9E6CFA0C-C81A-40E7-B6F7-9B8DE4428142}"/>
              </a:ext>
            </a:extLst>
          </p:cNvPr>
          <p:cNvSpPr>
            <a:spLocks xmlns:a="http://schemas.openxmlformats.org/drawingml/2006/main" noGrp="1"/>
          </p:cNvSpPr>
          <p:nvPr/>
        </p:nvSpPr>
        <p:spPr>
          <a:xfrm xmlns:a="http://schemas.openxmlformats.org/drawingml/2006/main">
            <a:off x="790575" y="4933950"/>
            <a:ext cx="10620375" cy="3131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023160"/>
                </a:solidFill>
                <a:latin typeface="Arial"/>
                <a:ea typeface="Arial"/>
                <a:cs typeface="Arial"/>
              </a:defRPr>
            </a:pPr>
            <a:r>
              <a:rPr sz="1800" b="0">
                <a:solidFill>
                  <a:srgbClr val="023160"/>
                </a:solidFill>
                <a:latin typeface="Arial"/>
                <a:ea typeface="Arial"/>
                <a:cs typeface="Arial"/>
              </a:rPr>
              <a:t>)</a:t>
            </a:r>
          </a:p>
        </p:txBody>
      </p:sp>
      <p:sp>
        <p:nvSpPr>
          <p:cNvPr id="49" name="Full-batch training, 3,000 epochs, fixed seed">
            <a:extLst xmlns:a="http://schemas.openxmlformats.org/drawingml/2006/main">
              <a:ext uri="{FF2B5EF4-FFF2-40B4-BE49-F238E27FC236}">
                <a16:creationId xmlns:a16="http://schemas.microsoft.com/office/drawing/2014/main" id="{CA36F52A-6107-4BD1-96E6-31FBB24078D4}"/>
              </a:ext>
            </a:extLst>
          </p:cNvPr>
          <p:cNvSpPr>
            <a:spLocks xmlns:a="http://schemas.openxmlformats.org/drawingml/2006/main" noGrp="1"/>
          </p:cNvSpPr>
          <p:nvPr/>
        </p:nvSpPr>
        <p:spPr>
          <a:xfrm xmlns:a="http://schemas.openxmlformats.org/drawingml/2006/main">
            <a:off x="752475" y="57245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0D4C82"/>
                </a:solidFill>
                <a:latin typeface="Arial"/>
                <a:ea typeface="Arial"/>
                <a:cs typeface="Arial"/>
              </a:defRPr>
            </a:pPr>
            <a:r>
              <a:rPr sz="1800" b="0">
                <a:solidFill>
                  <a:srgbClr val="0D4C82"/>
                </a:solidFill>
                <a:latin typeface="Arial"/>
                <a:ea typeface="Arial"/>
                <a:cs typeface="Arial"/>
              </a:rPr>
              <a:t>Full-batch training, 3,000 epochs, fixed seed 0 and CPU execution.</a:t>
            </a:r>
          </a:p>
        </p:txBody>
      </p:sp>
    </p:spTree>
    <p:extLst>
      <p:ext uri="{BB962C8B-B14F-4D97-AF65-F5344CB8AC3E}">
        <p14:creationId xmlns:p14="http://schemas.microsoft.com/office/powerpoint/2010/main" val="62026000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6" name="灯片编号占位符 18">
            <a:extLst xmlns:a="http://schemas.openxmlformats.org/drawingml/2006/main">
              <a:ext uri="{FF2B5EF4-FFF2-40B4-BE49-F238E27FC236}">
                <a16:creationId xmlns:a16="http://schemas.microsoft.com/office/drawing/2014/main" id="{B311809E-7174-EF81-2BDE-4FC1B4CF1C4C}"/>
              </a:ext>
            </a:extLst>
          </p:cNvPr>
          <p:cNvSpPr>
            <a:spLocks xmlns:a="http://schemas.openxmlformats.org/drawingml/2006/main" noGrp="1"/>
          </p:cNvSpPr>
          <p:nvPr/>
        </p:nvSpPr>
        <p:spPr>
          <a:xfrm xmlns:a="http://schemas.openxmlformats.org/drawingml/2006/main">
            <a:off x="9302750" y="6356350"/>
            <a:ext cx="2743200" cy="365125"/>
          </a:xfrm>
          <a:prstGeom xmlns:a="http://schemas.openxmlformats.org/drawingml/2006/main" prst="rect">
            <a:avLst/>
          </a:prstGeom>
        </p:spPr>
        <p:txBody>
          <a:bodyPr xmlns:a="http://schemas.openxmlformats.org/drawingml/2006/main">
            <a:noAutofit/>
          </a:bodyPr>
          <a:lstStyle xmlns:a="http://schemas.openxmlformats.org/drawingml/2006/main">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a:lstStyle>
          <a:p xmlns:a="http://schemas.openxmlformats.org/drawingml/2006/main">
            <a:pPr algn="r">
              <a:buNone/>
              <a:defRPr sz="1800">
                <a:solidFill>
                  <a:srgbClr val="000000"/>
                </a:solidFill>
                <a:latin typeface="Arial"/>
                <a:ea typeface="Arial"/>
                <a:cs typeface="Arial"/>
              </a:defRPr>
            </a:pPr>
            <a:fld id="{DB7BEEEC-A170-5376-2B6E-CB54687B0CB1}" type="slidenum">
              <a:rPr sz="1800">
                <a:solidFill>
                  <a:srgbClr val="000000"/>
                </a:solidFill>
                <a:latin typeface="Arial"/>
                <a:ea typeface="Arial"/>
                <a:cs typeface="Arial"/>
              </a:rPr>
              <a:t>10</a:t>
            </a:fld>
            <a:endParaRPr>
              <a:latin typeface="Arial"/>
              <a:ea typeface="Arial"/>
              <a:cs typeface="Arial"/>
            </a:endParaRPr>
          </a:p>
        </p:txBody>
      </p:sp>
      <p:sp>
        <p:nvSpPr>
          <p:cNvPr id="3" name="文本框 2">
            <a:extLst xmlns:a="http://schemas.openxmlformats.org/drawingml/2006/main">
              <a:ext uri="{FF2B5EF4-FFF2-40B4-BE49-F238E27FC236}">
                <a16:creationId xmlns:a16="http://schemas.microsoft.com/office/drawing/2014/main" id="{B7E2D4FF-A7FB-B832-04E8-442A96B4B142}"/>
              </a:ext>
            </a:extLst>
          </p:cNvPr>
          <p:cNvSpPr>
            <a:spLocks xmlns:a="http://schemas.openxmlformats.org/drawingml/2006/main" noGrp="1"/>
          </p:cNvSpPr>
          <p:nvPr/>
        </p:nvSpPr>
        <p:spPr>
          <a:xfrm xmlns:a="http://schemas.openxmlformats.org/drawingml/2006/main">
            <a:off x="657987" y="228600"/>
            <a:ext cx="10858500" cy="480060"/>
          </a:xfrm>
          <a:prstGeom xmlns:a="http://schemas.openxmlformats.org/drawingml/2006/main" prst="rect">
            <a:avLst/>
          </a:prstGeom>
          <a:noFill xmlns:a="http://schemas.openxmlformats.org/drawingml/2006/main"/>
        </p:spPr>
        <p:txBody>
          <a:bodyPr xmlns:a="http://schemas.openxmlformats.org/drawingml/2006/main" wrap="none" lIns="0" tIns="0" rIns="0" bIns="0">
            <a:noAutofit/>
          </a:bodyPr>
          <a:lstStyle xmlns:a="http://schemas.openxmlformats.org/drawingml/2006/main"/>
          <a:p xmlns:a="http://schemas.openxmlformats.org/drawingml/2006/main">
            <a:pPr defTabSz="914400">
              <a:buNone/>
              <a:defRPr sz="2550" b="1">
                <a:solidFill>
                  <a:srgbClr val="0D4C82"/>
                </a:solidFill>
                <a:latin typeface="Arial"/>
                <a:ea typeface="Arial"/>
                <a:cs typeface="Arial"/>
              </a:defRPr>
            </a:pPr>
            <a:r>
              <a:rPr sz="2550" b="1">
                <a:solidFill>
                  <a:srgbClr val="0D4C82"/>
                </a:solidFill>
                <a:latin typeface="Arial"/>
                <a:ea typeface="Arial"/>
                <a:cs typeface="Arial"/>
              </a:rPr>
              <a:t>MET-MAP from scratch</a:t>
            </a:r>
            <a:endParaRPr sz="2400" b="1">
              <a:solidFill>
                <a:schemeClr val="bg2"/>
              </a:solidFill>
              <a:latin typeface="Arial"/>
              <a:ea typeface="Arial"/>
              <a:cs typeface="Arial"/>
            </a:endParaRPr>
          </a:p>
        </p:txBody>
      </p:sp>
      <p:sp>
        <p:nvSpPr>
          <p:cNvPr id="37" name="Notebook 03 exposes the model and training lo">
            <a:extLst xmlns:a="http://schemas.openxmlformats.org/drawingml/2006/main">
              <a:ext uri="{FF2B5EF4-FFF2-40B4-BE49-F238E27FC236}">
                <a16:creationId xmlns:a16="http://schemas.microsoft.com/office/drawing/2014/main" id="{AD38D264-AC14-463B-8A7C-87FF9F2E9525}"/>
              </a:ext>
            </a:extLst>
          </p:cNvPr>
          <p:cNvSpPr>
            <a:spLocks xmlns:a="http://schemas.openxmlformats.org/drawingml/2006/main" noGrp="1"/>
          </p:cNvSpPr>
          <p:nvPr/>
        </p:nvSpPr>
        <p:spPr>
          <a:xfrm xmlns:a="http://schemas.openxmlformats.org/drawingml/2006/main">
            <a:off x="752475" y="1000125"/>
            <a:ext cx="107156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222222"/>
                </a:solidFill>
                <a:latin typeface="Arial"/>
                <a:ea typeface="Arial"/>
                <a:cs typeface="Arial"/>
              </a:defRPr>
            </a:pPr>
            <a:r>
              <a:rPr sz="2025" b="0">
                <a:solidFill>
                  <a:srgbClr val="222222"/>
                </a:solidFill>
                <a:latin typeface="Arial"/>
                <a:ea typeface="Arial"/>
                <a:cs typeface="Arial"/>
              </a:rPr>
              <a:t>Notebook 03 exposes the model and training loop</a:t>
            </a:r>
          </a:p>
        </p:txBody>
      </p:sp>
      <p:sp>
        <p:nvSpPr>
          <p:cNvPr id="38" name="for epoch in range(settings['epochs']):">
            <a:extLst xmlns:a="http://schemas.openxmlformats.org/drawingml/2006/main">
              <a:ext uri="{FF2B5EF4-FFF2-40B4-BE49-F238E27FC236}">
                <a16:creationId xmlns:a16="http://schemas.microsoft.com/office/drawing/2014/main" id="{BB020749-B065-48E6-9E00-583F188C9691}"/>
              </a:ext>
            </a:extLst>
          </p:cNvPr>
          <p:cNvSpPr>
            <a:spLocks xmlns:a="http://schemas.openxmlformats.org/drawingml/2006/main" noGrp="1"/>
          </p:cNvSpPr>
          <p:nvPr/>
        </p:nvSpPr>
        <p:spPr>
          <a:xfrm xmlns:a="http://schemas.openxmlformats.org/drawingml/2006/main">
            <a:off x="790575" y="1600200"/>
            <a:ext cx="10620375" cy="339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023160"/>
                </a:solidFill>
                <a:latin typeface="Arial"/>
                <a:ea typeface="Arial"/>
                <a:cs typeface="Arial"/>
              </a:defRPr>
            </a:pPr>
            <a:r>
              <a:rPr sz="1950" b="0">
                <a:solidFill>
                  <a:srgbClr val="023160"/>
                </a:solidFill>
                <a:latin typeface="Arial"/>
                <a:ea typeface="Arial"/>
                <a:cs typeface="Arial"/>
              </a:rPr>
              <a:t>for epoch in range(settings['epochs']):</a:t>
            </a:r>
          </a:p>
        </p:txBody>
      </p:sp>
      <p:sp>
        <p:nvSpPr>
          <p:cNvPr id="39" name="optimizer.zero_grad()">
            <a:extLst xmlns:a="http://schemas.openxmlformats.org/drawingml/2006/main">
              <a:ext uri="{FF2B5EF4-FFF2-40B4-BE49-F238E27FC236}">
                <a16:creationId xmlns:a16="http://schemas.microsoft.com/office/drawing/2014/main" id="{EC0F5B2C-FDC6-417C-B3A3-212848A70A80}"/>
              </a:ext>
            </a:extLst>
          </p:cNvPr>
          <p:cNvSpPr>
            <a:spLocks xmlns:a="http://schemas.openxmlformats.org/drawingml/2006/main" noGrp="1"/>
          </p:cNvSpPr>
          <p:nvPr/>
        </p:nvSpPr>
        <p:spPr>
          <a:xfrm xmlns:a="http://schemas.openxmlformats.org/drawingml/2006/main">
            <a:off x="1137285" y="1946910"/>
            <a:ext cx="10273665" cy="339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023160"/>
                </a:solidFill>
                <a:latin typeface="Arial"/>
                <a:ea typeface="Arial"/>
                <a:cs typeface="Arial"/>
              </a:defRPr>
            </a:pPr>
            <a:r>
              <a:rPr sz="1950" b="0">
                <a:solidFill>
                  <a:srgbClr val="023160"/>
                </a:solidFill>
                <a:latin typeface="Arial"/>
                <a:ea typeface="Arial"/>
                <a:cs typeface="Arial"/>
              </a:rPr>
              <a:t>optimizer.zero_grad()</a:t>
            </a:r>
          </a:p>
        </p:txBody>
      </p:sp>
      <p:sp>
        <p:nvSpPr>
          <p:cNvPr id="40" name="mse = nn.functional.mse_loss(">
            <a:extLst xmlns:a="http://schemas.openxmlformats.org/drawingml/2006/main">
              <a:ext uri="{FF2B5EF4-FFF2-40B4-BE49-F238E27FC236}">
                <a16:creationId xmlns:a16="http://schemas.microsoft.com/office/drawing/2014/main" id="{6862B5B7-4D84-4DAC-A1D1-88E282CEE416}"/>
              </a:ext>
            </a:extLst>
          </p:cNvPr>
          <p:cNvSpPr>
            <a:spLocks xmlns:a="http://schemas.openxmlformats.org/drawingml/2006/main" noGrp="1"/>
          </p:cNvSpPr>
          <p:nvPr/>
        </p:nvSpPr>
        <p:spPr>
          <a:xfrm xmlns:a="http://schemas.openxmlformats.org/drawingml/2006/main">
            <a:off x="1137285" y="2293620"/>
            <a:ext cx="10273665" cy="339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023160"/>
                </a:solidFill>
                <a:latin typeface="Arial"/>
                <a:ea typeface="Arial"/>
                <a:cs typeface="Arial"/>
              </a:defRPr>
            </a:pPr>
            <a:r>
              <a:rPr sz="1950" b="0">
                <a:solidFill>
                  <a:srgbClr val="023160"/>
                </a:solidFill>
                <a:latin typeface="Arial"/>
                <a:ea typeface="Arial"/>
                <a:cs typeface="Arial"/>
              </a:rPr>
              <a:t>mse = nn.functional.mse_loss(</a:t>
            </a:r>
          </a:p>
        </p:txBody>
      </p:sp>
      <p:sp>
        <p:nvSpPr>
          <p:cNvPr id="41" name="fitted(spatial), abundance, reduction='mean')">
            <a:extLst xmlns:a="http://schemas.openxmlformats.org/drawingml/2006/main">
              <a:ext uri="{FF2B5EF4-FFF2-40B4-BE49-F238E27FC236}">
                <a16:creationId xmlns:a16="http://schemas.microsoft.com/office/drawing/2014/main" id="{435AAC93-4A4B-42AB-96E0-5CE8D21B1A14}"/>
              </a:ext>
            </a:extLst>
          </p:cNvPr>
          <p:cNvSpPr>
            <a:spLocks xmlns:a="http://schemas.openxmlformats.org/drawingml/2006/main" noGrp="1"/>
          </p:cNvSpPr>
          <p:nvPr/>
        </p:nvSpPr>
        <p:spPr>
          <a:xfrm xmlns:a="http://schemas.openxmlformats.org/drawingml/2006/main">
            <a:off x="1483995" y="2640330"/>
            <a:ext cx="9926955" cy="339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023160"/>
                </a:solidFill>
                <a:latin typeface="Arial"/>
                <a:ea typeface="Arial"/>
                <a:cs typeface="Arial"/>
              </a:defRPr>
            </a:pPr>
            <a:r>
              <a:rPr sz="1950" b="0">
                <a:solidFill>
                  <a:srgbClr val="023160"/>
                </a:solidFill>
                <a:latin typeface="Arial"/>
                <a:ea typeface="Arial"/>
                <a:cs typeface="Arial"/>
              </a:rPr>
              <a:t>fitted(spatial), abundance, reduction='mean')</a:t>
            </a:r>
          </a:p>
        </p:txBody>
      </p:sp>
      <p:sp>
        <p:nvSpPr>
          <p:cNvPr id="42" name="l1 = settings['lasso_lambda'] * torch.norm(">
            <a:extLst xmlns:a="http://schemas.openxmlformats.org/drawingml/2006/main">
              <a:ext uri="{FF2B5EF4-FFF2-40B4-BE49-F238E27FC236}">
                <a16:creationId xmlns:a16="http://schemas.microsoft.com/office/drawing/2014/main" id="{7898CA6D-D5C4-413F-A358-290578CB1D6B}"/>
              </a:ext>
            </a:extLst>
          </p:cNvPr>
          <p:cNvSpPr>
            <a:spLocks xmlns:a="http://schemas.openxmlformats.org/drawingml/2006/main" noGrp="1"/>
          </p:cNvSpPr>
          <p:nvPr/>
        </p:nvSpPr>
        <p:spPr>
          <a:xfrm xmlns:a="http://schemas.openxmlformats.org/drawingml/2006/main">
            <a:off x="1137285" y="2987040"/>
            <a:ext cx="10273665" cy="339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023160"/>
                </a:solidFill>
                <a:latin typeface="Arial"/>
                <a:ea typeface="Arial"/>
                <a:cs typeface="Arial"/>
              </a:defRPr>
            </a:pPr>
            <a:r>
              <a:rPr sz="1950" b="0">
                <a:solidFill>
                  <a:srgbClr val="023160"/>
                </a:solidFill>
                <a:latin typeface="Arial"/>
                <a:ea typeface="Arial"/>
                <a:cs typeface="Arial"/>
              </a:rPr>
              <a:t>l1 = settings['lasso_lambda'] * torch.norm(</a:t>
            </a:r>
          </a:p>
        </p:txBody>
      </p:sp>
      <p:sp>
        <p:nvSpPr>
          <p:cNvPr id="43" name="fitted.expression_function[0].weight, 1)">
            <a:extLst xmlns:a="http://schemas.openxmlformats.org/drawingml/2006/main">
              <a:ext uri="{FF2B5EF4-FFF2-40B4-BE49-F238E27FC236}">
                <a16:creationId xmlns:a16="http://schemas.microsoft.com/office/drawing/2014/main" id="{9508DE9A-F7D7-45CB-BC8C-09B6155401B6}"/>
              </a:ext>
            </a:extLst>
          </p:cNvPr>
          <p:cNvSpPr>
            <a:spLocks xmlns:a="http://schemas.openxmlformats.org/drawingml/2006/main" noGrp="1"/>
          </p:cNvSpPr>
          <p:nvPr/>
        </p:nvSpPr>
        <p:spPr>
          <a:xfrm xmlns:a="http://schemas.openxmlformats.org/drawingml/2006/main">
            <a:off x="1483995" y="3333750"/>
            <a:ext cx="9926955" cy="339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023160"/>
                </a:solidFill>
                <a:latin typeface="Arial"/>
                <a:ea typeface="Arial"/>
                <a:cs typeface="Arial"/>
              </a:defRPr>
            </a:pPr>
            <a:r>
              <a:rPr sz="1950" b="0">
                <a:solidFill>
                  <a:srgbClr val="023160"/>
                </a:solidFill>
                <a:latin typeface="Arial"/>
                <a:ea typeface="Arial"/>
                <a:cs typeface="Arial"/>
              </a:rPr>
              <a:t>fitted.expression_function[0].weight, 1)</a:t>
            </a:r>
          </a:p>
        </p:txBody>
      </p:sp>
      <p:sp>
        <p:nvSpPr>
          <p:cNvPr id="44" name="objective = mse + l1">
            <a:extLst xmlns:a="http://schemas.openxmlformats.org/drawingml/2006/main">
              <a:ext uri="{FF2B5EF4-FFF2-40B4-BE49-F238E27FC236}">
                <a16:creationId xmlns:a16="http://schemas.microsoft.com/office/drawing/2014/main" id="{495AF0C0-33D9-47F3-B3F0-DD721A18E2B7}"/>
              </a:ext>
            </a:extLst>
          </p:cNvPr>
          <p:cNvSpPr>
            <a:spLocks xmlns:a="http://schemas.openxmlformats.org/drawingml/2006/main" noGrp="1"/>
          </p:cNvSpPr>
          <p:nvPr/>
        </p:nvSpPr>
        <p:spPr>
          <a:xfrm xmlns:a="http://schemas.openxmlformats.org/drawingml/2006/main">
            <a:off x="1137285" y="3680460"/>
            <a:ext cx="10273665" cy="339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023160"/>
                </a:solidFill>
                <a:latin typeface="Arial"/>
                <a:ea typeface="Arial"/>
                <a:cs typeface="Arial"/>
              </a:defRPr>
            </a:pPr>
            <a:r>
              <a:rPr sz="1950" b="0">
                <a:solidFill>
                  <a:srgbClr val="023160"/>
                </a:solidFill>
                <a:latin typeface="Arial"/>
                <a:ea typeface="Arial"/>
                <a:cs typeface="Arial"/>
              </a:rPr>
              <a:t>objective = mse + l1</a:t>
            </a:r>
          </a:p>
        </p:txBody>
      </p:sp>
      <p:sp>
        <p:nvSpPr>
          <p:cNvPr id="45" name="total_losses[epoch] = objective.item()">
            <a:extLst xmlns:a="http://schemas.openxmlformats.org/drawingml/2006/main">
              <a:ext uri="{FF2B5EF4-FFF2-40B4-BE49-F238E27FC236}">
                <a16:creationId xmlns:a16="http://schemas.microsoft.com/office/drawing/2014/main" id="{2A91C600-640E-4D03-AD10-9E9378D82837}"/>
              </a:ext>
            </a:extLst>
          </p:cNvPr>
          <p:cNvSpPr>
            <a:spLocks xmlns:a="http://schemas.openxmlformats.org/drawingml/2006/main" noGrp="1"/>
          </p:cNvSpPr>
          <p:nvPr/>
        </p:nvSpPr>
        <p:spPr>
          <a:xfrm xmlns:a="http://schemas.openxmlformats.org/drawingml/2006/main">
            <a:off x="1137285" y="4027170"/>
            <a:ext cx="10273665" cy="339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023160"/>
                </a:solidFill>
                <a:latin typeface="Arial"/>
                <a:ea typeface="Arial"/>
                <a:cs typeface="Arial"/>
              </a:defRPr>
            </a:pPr>
            <a:r>
              <a:rPr sz="1950" b="0">
                <a:solidFill>
                  <a:srgbClr val="023160"/>
                </a:solidFill>
                <a:latin typeface="Arial"/>
                <a:ea typeface="Arial"/>
                <a:cs typeface="Arial"/>
              </a:rPr>
              <a:t>total_losses[epoch] = objective.item()</a:t>
            </a:r>
          </a:p>
        </p:txBody>
      </p:sp>
      <p:sp>
        <p:nvSpPr>
          <p:cNvPr id="46" name="l1_losses[epoch] = l1.item()">
            <a:extLst xmlns:a="http://schemas.openxmlformats.org/drawingml/2006/main">
              <a:ext uri="{FF2B5EF4-FFF2-40B4-BE49-F238E27FC236}">
                <a16:creationId xmlns:a16="http://schemas.microsoft.com/office/drawing/2014/main" id="{5A2CD5B6-060D-48C4-8227-93CE551583B9}"/>
              </a:ext>
            </a:extLst>
          </p:cNvPr>
          <p:cNvSpPr>
            <a:spLocks xmlns:a="http://schemas.openxmlformats.org/drawingml/2006/main" noGrp="1"/>
          </p:cNvSpPr>
          <p:nvPr/>
        </p:nvSpPr>
        <p:spPr>
          <a:xfrm xmlns:a="http://schemas.openxmlformats.org/drawingml/2006/main">
            <a:off x="1137285" y="4373880"/>
            <a:ext cx="10273665" cy="339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023160"/>
                </a:solidFill>
                <a:latin typeface="Arial"/>
                <a:ea typeface="Arial"/>
                <a:cs typeface="Arial"/>
              </a:defRPr>
            </a:pPr>
            <a:r>
              <a:rPr sz="1950" b="0">
                <a:solidFill>
                  <a:srgbClr val="023160"/>
                </a:solidFill>
                <a:latin typeface="Arial"/>
                <a:ea typeface="Arial"/>
                <a:cs typeface="Arial"/>
              </a:rPr>
              <a:t>l1_losses[epoch] = l1.item()</a:t>
            </a:r>
          </a:p>
        </p:txBody>
      </p:sp>
      <p:sp>
        <p:nvSpPr>
          <p:cNvPr id="47" name="objective.backward()">
            <a:extLst xmlns:a="http://schemas.openxmlformats.org/drawingml/2006/main">
              <a:ext uri="{FF2B5EF4-FFF2-40B4-BE49-F238E27FC236}">
                <a16:creationId xmlns:a16="http://schemas.microsoft.com/office/drawing/2014/main" id="{39E89575-E389-47F2-B7CE-16BE833FDC74}"/>
              </a:ext>
            </a:extLst>
          </p:cNvPr>
          <p:cNvSpPr>
            <a:spLocks xmlns:a="http://schemas.openxmlformats.org/drawingml/2006/main" noGrp="1"/>
          </p:cNvSpPr>
          <p:nvPr/>
        </p:nvSpPr>
        <p:spPr>
          <a:xfrm xmlns:a="http://schemas.openxmlformats.org/drawingml/2006/main">
            <a:off x="1137285" y="4720590"/>
            <a:ext cx="10273665" cy="339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023160"/>
                </a:solidFill>
                <a:latin typeface="Arial"/>
                <a:ea typeface="Arial"/>
                <a:cs typeface="Arial"/>
              </a:defRPr>
            </a:pPr>
            <a:r>
              <a:rPr sz="1950" b="0">
                <a:solidFill>
                  <a:srgbClr val="023160"/>
                </a:solidFill>
                <a:latin typeface="Arial"/>
                <a:ea typeface="Arial"/>
                <a:cs typeface="Arial"/>
              </a:rPr>
              <a:t>objective.backward()</a:t>
            </a:r>
          </a:p>
        </p:txBody>
      </p:sp>
      <p:sp>
        <p:nvSpPr>
          <p:cNvPr id="48" name="optimizer.step()">
            <a:extLst xmlns:a="http://schemas.openxmlformats.org/drawingml/2006/main">
              <a:ext uri="{FF2B5EF4-FFF2-40B4-BE49-F238E27FC236}">
                <a16:creationId xmlns:a16="http://schemas.microsoft.com/office/drawing/2014/main" id="{869A7EB5-6968-462F-809E-2765BFFF4819}"/>
              </a:ext>
            </a:extLst>
          </p:cNvPr>
          <p:cNvSpPr>
            <a:spLocks xmlns:a="http://schemas.openxmlformats.org/drawingml/2006/main" noGrp="1"/>
          </p:cNvSpPr>
          <p:nvPr/>
        </p:nvSpPr>
        <p:spPr>
          <a:xfrm xmlns:a="http://schemas.openxmlformats.org/drawingml/2006/main">
            <a:off x="1137285" y="5067300"/>
            <a:ext cx="10273665" cy="339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023160"/>
                </a:solidFill>
                <a:latin typeface="Arial"/>
                <a:ea typeface="Arial"/>
                <a:cs typeface="Arial"/>
              </a:defRPr>
            </a:pPr>
            <a:r>
              <a:rPr sz="1950" b="0">
                <a:solidFill>
                  <a:srgbClr val="023160"/>
                </a:solidFill>
                <a:latin typeface="Arial"/>
                <a:ea typeface="Arial"/>
                <a:cs typeface="Arial"/>
              </a:rPr>
              <a:t>optimizer.step()</a:t>
            </a:r>
          </a:p>
        </p:txBody>
      </p:sp>
      <p:sp>
        <p:nvSpPr>
          <p:cNvPr id="49" name="scheduler.step()">
            <a:extLst xmlns:a="http://schemas.openxmlformats.org/drawingml/2006/main">
              <a:ext uri="{FF2B5EF4-FFF2-40B4-BE49-F238E27FC236}">
                <a16:creationId xmlns:a16="http://schemas.microsoft.com/office/drawing/2014/main" id="{0EED3F01-C189-41DD-880F-4BDE350DF3C7}"/>
              </a:ext>
            </a:extLst>
          </p:cNvPr>
          <p:cNvSpPr>
            <a:spLocks xmlns:a="http://schemas.openxmlformats.org/drawingml/2006/main" noGrp="1"/>
          </p:cNvSpPr>
          <p:nvPr/>
        </p:nvSpPr>
        <p:spPr>
          <a:xfrm xmlns:a="http://schemas.openxmlformats.org/drawingml/2006/main">
            <a:off x="1137285" y="5414010"/>
            <a:ext cx="10273665" cy="339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023160"/>
                </a:solidFill>
                <a:latin typeface="Arial"/>
                <a:ea typeface="Arial"/>
                <a:cs typeface="Arial"/>
              </a:defRPr>
            </a:pPr>
            <a:r>
              <a:rPr sz="1950" b="0">
                <a:solidFill>
                  <a:srgbClr val="023160"/>
                </a:solidFill>
                <a:latin typeface="Arial"/>
                <a:ea typeface="Arial"/>
                <a:cs typeface="Arial"/>
              </a:rPr>
              <a:t>scheduler.step()</a:t>
            </a:r>
          </a:p>
        </p:txBody>
      </p:sp>
      <p:sp>
        <p:nvSpPr>
          <p:cNvPr id="50" name="Matching the library requires the same initia">
            <a:extLst xmlns:a="http://schemas.openxmlformats.org/drawingml/2006/main">
              <a:ext uri="{FF2B5EF4-FFF2-40B4-BE49-F238E27FC236}">
                <a16:creationId xmlns:a16="http://schemas.microsoft.com/office/drawing/2014/main" id="{FB05D162-26FD-41E5-AF28-6A0164448C2F}"/>
              </a:ext>
            </a:extLst>
          </p:cNvPr>
          <p:cNvSpPr>
            <a:spLocks xmlns:a="http://schemas.openxmlformats.org/drawingml/2006/main" noGrp="1"/>
          </p:cNvSpPr>
          <p:nvPr/>
        </p:nvSpPr>
        <p:spPr>
          <a:xfrm xmlns:a="http://schemas.openxmlformats.org/drawingml/2006/main">
            <a:off x="752475" y="60388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0D4C82"/>
                </a:solidFill>
                <a:latin typeface="Arial"/>
                <a:ea typeface="Arial"/>
                <a:cs typeface="Arial"/>
              </a:defRPr>
            </a:pPr>
            <a:r>
              <a:rPr sz="1800" b="0">
                <a:solidFill>
                  <a:srgbClr val="0D4C82"/>
                </a:solidFill>
                <a:latin typeface="Arial"/>
                <a:ea typeface="Arial"/>
                <a:cs typeface="Arial"/>
              </a:rPr>
              <a:t>Matching the library requires the same initialization, layer order and loss reduction.</a:t>
            </a:r>
          </a:p>
        </p:txBody>
      </p:sp>
    </p:spTree>
    <p:extLst>
      <p:ext uri="{BB962C8B-B14F-4D97-AF65-F5344CB8AC3E}">
        <p14:creationId xmlns:p14="http://schemas.microsoft.com/office/powerpoint/2010/main" val="620260008"/>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36" name="灯片编号占位符 18">
            <a:extLst xmlns:a="http://schemas.openxmlformats.org/drawingml/2006/main">
              <a:ext uri="{FF2B5EF4-FFF2-40B4-BE49-F238E27FC236}">
                <a16:creationId xmlns:a16="http://schemas.microsoft.com/office/drawing/2014/main" id="{B311809E-7174-EF81-2BDE-4FC1B4CF1C4C}"/>
              </a:ext>
            </a:extLst>
          </p:cNvPr>
          <p:cNvSpPr>
            <a:spLocks xmlns:a="http://schemas.openxmlformats.org/drawingml/2006/main" noGrp="1"/>
          </p:cNvSpPr>
          <p:nvPr/>
        </p:nvSpPr>
        <p:spPr>
          <a:xfrm xmlns:a="http://schemas.openxmlformats.org/drawingml/2006/main">
            <a:off x="9302750" y="6356350"/>
            <a:ext cx="2743200" cy="365125"/>
          </a:xfrm>
          <a:prstGeom xmlns:a="http://schemas.openxmlformats.org/drawingml/2006/main" prst="rect">
            <a:avLst/>
          </a:prstGeom>
        </p:spPr>
        <p:txBody>
          <a:bodyPr xmlns:a="http://schemas.openxmlformats.org/drawingml/2006/main">
            <a:noAutofit/>
          </a:bodyPr>
          <a:lstStyle xmlns:a="http://schemas.openxmlformats.org/drawingml/2006/main">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a:lstStyle>
          <a:p xmlns:a="http://schemas.openxmlformats.org/drawingml/2006/main">
            <a:pPr algn="r">
              <a:buNone/>
              <a:defRPr sz="1800">
                <a:solidFill>
                  <a:srgbClr val="000000"/>
                </a:solidFill>
                <a:latin typeface="Arial"/>
                <a:ea typeface="Arial"/>
                <a:cs typeface="Arial"/>
              </a:defRPr>
            </a:pPr>
            <a:fld id="{30394428-F1DC-E5F6-DB0C-7DE31F3D8A23}" type="slidenum">
              <a:rPr sz="1800">
                <a:solidFill>
                  <a:srgbClr val="000000"/>
                </a:solidFill>
                <a:latin typeface="Arial"/>
                <a:ea typeface="Arial"/>
                <a:cs typeface="Arial"/>
              </a:rPr>
              <a:t>11</a:t>
            </a:fld>
            <a:endParaRPr>
              <a:latin typeface="Arial"/>
              <a:ea typeface="Arial"/>
              <a:cs typeface="Arial"/>
            </a:endParaRPr>
          </a:p>
        </p:txBody>
      </p:sp>
      <p:sp>
        <p:nvSpPr>
          <p:cNvPr id="3" name="文本框 2">
            <a:extLst xmlns:a="http://schemas.openxmlformats.org/drawingml/2006/main">
              <a:ext uri="{FF2B5EF4-FFF2-40B4-BE49-F238E27FC236}">
                <a16:creationId xmlns:a16="http://schemas.microsoft.com/office/drawing/2014/main" id="{B7E2D4FF-A7FB-B832-04E8-442A96B4B142}"/>
              </a:ext>
            </a:extLst>
          </p:cNvPr>
          <p:cNvSpPr>
            <a:spLocks xmlns:a="http://schemas.openxmlformats.org/drawingml/2006/main" noGrp="1"/>
          </p:cNvSpPr>
          <p:nvPr/>
        </p:nvSpPr>
        <p:spPr>
          <a:xfrm xmlns:a="http://schemas.openxmlformats.org/drawingml/2006/main">
            <a:off x="657987" y="228600"/>
            <a:ext cx="10858500" cy="480060"/>
          </a:xfrm>
          <a:prstGeom xmlns:a="http://schemas.openxmlformats.org/drawingml/2006/main" prst="rect">
            <a:avLst/>
          </a:prstGeom>
          <a:noFill xmlns:a="http://schemas.openxmlformats.org/drawingml/2006/main"/>
        </p:spPr>
        <p:txBody>
          <a:bodyPr xmlns:a="http://schemas.openxmlformats.org/drawingml/2006/main" wrap="none" lIns="0" tIns="0" rIns="0" bIns="0">
            <a:noAutofit/>
          </a:bodyPr>
          <a:lstStyle xmlns:a="http://schemas.openxmlformats.org/drawingml/2006/main"/>
          <a:p xmlns:a="http://schemas.openxmlformats.org/drawingml/2006/main">
            <a:pPr defTabSz="914400">
              <a:buNone/>
              <a:defRPr sz="2550" b="1">
                <a:solidFill>
                  <a:srgbClr val="0D4C82"/>
                </a:solidFill>
                <a:latin typeface="Arial"/>
                <a:ea typeface="Arial"/>
                <a:cs typeface="Arial"/>
              </a:defRPr>
            </a:pPr>
            <a:r>
              <a:rPr sz="2550" b="1">
                <a:solidFill>
                  <a:srgbClr val="0D4C82"/>
                </a:solidFill>
                <a:latin typeface="Arial"/>
                <a:ea typeface="Arial"/>
                <a:cs typeface="Arial"/>
              </a:rPr>
              <a:t>MET-MAP training and reconstruction</a:t>
            </a:r>
            <a:endParaRPr sz="2400" b="1">
              <a:solidFill>
                <a:schemeClr val="bg2"/>
              </a:solidFill>
              <a:latin typeface="Arial"/>
              <a:ea typeface="Arial"/>
              <a:cs typeface="Arial"/>
            </a:endParaRPr>
          </a:p>
        </p:txBody>
      </p:sp>
      <p:graphicFrame>
        <p:nvGraphicFramePr>
          <p:cNvPr id="46" name="Chart"/>
          <p:cNvGraphicFramePr/>
          <p:nvPr/>
        </p:nvGraphicFramePr>
        <p:xfrm>
          <a:off xmlns:a="http://schemas.openxmlformats.org/drawingml/2006/main" x="685800" y="1390650"/>
          <a:ext xmlns:a="http://schemas.openxmlformats.org/drawingml/2006/main" cx="7381875" cy="4191000"/>
        </p:xfrm>
        <a:graphic xmlns:a="http://schemas.openxmlformats.org/drawingml/2006/main">
          <a:graphicData uri="http://schemas.openxmlformats.org/drawingml/2006/chart">
            <c:chart xmlns:r="http://schemas.openxmlformats.org/officeDocument/2006/relationships" xmlns:c="http://schemas.openxmlformats.org/drawingml/2006/chart" r:id="R46a37aca1074493c"/>
          </a:graphicData>
        </a:graphic>
      </p:graphicFrame>
      <p:sp>
        <p:nvSpPr>
          <p:cNvPr id="38" name="Final reconstruction&#10;MSE">
            <a:extLst xmlns:a="http://schemas.openxmlformats.org/drawingml/2006/main">
              <a:ext uri="{FF2B5EF4-FFF2-40B4-BE49-F238E27FC236}">
                <a16:creationId xmlns:a16="http://schemas.microsoft.com/office/drawing/2014/main" id="{432BA625-4D49-424F-82FE-CA7E19AEF69E}"/>
              </a:ext>
            </a:extLst>
          </p:cNvPr>
          <p:cNvSpPr>
            <a:spLocks xmlns:a="http://schemas.openxmlformats.org/drawingml/2006/main" noGrp="1"/>
          </p:cNvSpPr>
          <p:nvPr/>
        </p:nvSpPr>
        <p:spPr>
          <a:xfrm xmlns:a="http://schemas.openxmlformats.org/drawingml/2006/main">
            <a:off x="8458200" y="1619250"/>
            <a:ext cx="30289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0D4C82"/>
                </a:solidFill>
                <a:latin typeface="Arial"/>
                <a:ea typeface="Arial"/>
                <a:cs typeface="Arial"/>
              </a:defRPr>
            </a:pPr>
            <a:r>
              <a:rPr sz="2175" b="1">
                <a:solidFill>
                  <a:srgbClr val="0D4C82"/>
                </a:solidFill>
                <a:latin typeface="Arial"/>
                <a:ea typeface="Arial"/>
                <a:cs typeface="Arial"/>
              </a:rPr>
              <a:t>Final reconstruction</a:t>
            </a:r>
          </a:p>
          <a:p xmlns:a="http://schemas.openxmlformats.org/drawingml/2006/main">
            <a:pPr algn="l">
              <a:buNone/>
              <a:defRPr sz="2175" b="1">
                <a:solidFill>
                  <a:srgbClr val="0D4C82"/>
                </a:solidFill>
                <a:latin typeface="Arial"/>
                <a:ea typeface="Arial"/>
                <a:cs typeface="Arial"/>
              </a:defRPr>
            </a:pPr>
            <a:r>
              <a:rPr sz="2175" b="1">
                <a:solidFill>
                  <a:srgbClr val="0D4C82"/>
                </a:solidFill>
                <a:latin typeface="Arial"/>
                <a:ea typeface="Arial"/>
                <a:cs typeface="Arial"/>
              </a:rPr>
              <a:t>MSE</a:t>
            </a:r>
          </a:p>
        </p:txBody>
      </p:sp>
      <p:sp>
        <p:nvSpPr>
          <p:cNvPr id="39" name="0.796654">
            <a:extLst xmlns:a="http://schemas.openxmlformats.org/drawingml/2006/main">
              <a:ext uri="{FF2B5EF4-FFF2-40B4-BE49-F238E27FC236}">
                <a16:creationId xmlns:a16="http://schemas.microsoft.com/office/drawing/2014/main" id="{5C048719-2B18-40E0-9D66-A27584F73E32}"/>
              </a:ext>
            </a:extLst>
          </p:cNvPr>
          <p:cNvSpPr>
            <a:spLocks xmlns:a="http://schemas.openxmlformats.org/drawingml/2006/main" noGrp="1"/>
          </p:cNvSpPr>
          <p:nvPr/>
        </p:nvSpPr>
        <p:spPr>
          <a:xfrm xmlns:a="http://schemas.openxmlformats.org/drawingml/2006/main">
            <a:off x="8458200" y="2619375"/>
            <a:ext cx="30289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0">
                <a:solidFill>
                  <a:srgbClr val="222222"/>
                </a:solidFill>
                <a:latin typeface="Arial"/>
                <a:ea typeface="Arial"/>
                <a:cs typeface="Arial"/>
              </a:defRPr>
            </a:pPr>
            <a:r>
              <a:rPr sz="2550" b="0">
                <a:solidFill>
                  <a:srgbClr val="222222"/>
                </a:solidFill>
                <a:latin typeface="Arial"/>
                <a:ea typeface="Arial"/>
                <a:cs typeface="Arial"/>
              </a:rPr>
              <a:t>0.796654</a:t>
            </a:r>
          </a:p>
        </p:txBody>
      </p:sp>
      <p:sp>
        <p:nvSpPr>
          <p:cNvPr id="40" name="Logged total loss">
            <a:extLst xmlns:a="http://schemas.openxmlformats.org/drawingml/2006/main">
              <a:ext uri="{FF2B5EF4-FFF2-40B4-BE49-F238E27FC236}">
                <a16:creationId xmlns:a16="http://schemas.microsoft.com/office/drawing/2014/main" id="{3AC28763-785D-4F08-95BF-95CE7521098E}"/>
              </a:ext>
            </a:extLst>
          </p:cNvPr>
          <p:cNvSpPr>
            <a:spLocks xmlns:a="http://schemas.openxmlformats.org/drawingml/2006/main" noGrp="1"/>
          </p:cNvSpPr>
          <p:nvPr/>
        </p:nvSpPr>
        <p:spPr>
          <a:xfrm xmlns:a="http://schemas.openxmlformats.org/drawingml/2006/main">
            <a:off x="8458200" y="3267075"/>
            <a:ext cx="3028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0D4C82"/>
                </a:solidFill>
                <a:latin typeface="Arial"/>
                <a:ea typeface="Arial"/>
                <a:cs typeface="Arial"/>
              </a:defRPr>
            </a:pPr>
            <a:r>
              <a:rPr sz="1950" b="1">
                <a:solidFill>
                  <a:srgbClr val="0D4C82"/>
                </a:solidFill>
                <a:latin typeface="Arial"/>
                <a:ea typeface="Arial"/>
                <a:cs typeface="Arial"/>
              </a:rPr>
              <a:t>Logged total loss</a:t>
            </a:r>
          </a:p>
        </p:txBody>
      </p:sp>
      <p:sp>
        <p:nvSpPr>
          <p:cNvPr id="41" name="1.294701 at the start&#10;0.804907 at the final s">
            <a:extLst xmlns:a="http://schemas.openxmlformats.org/drawingml/2006/main">
              <a:ext uri="{FF2B5EF4-FFF2-40B4-BE49-F238E27FC236}">
                <a16:creationId xmlns:a16="http://schemas.microsoft.com/office/drawing/2014/main" id="{BF86DCBE-E0AD-4750-9A14-F05282E2D741}"/>
              </a:ext>
            </a:extLst>
          </p:cNvPr>
          <p:cNvSpPr>
            <a:spLocks xmlns:a="http://schemas.openxmlformats.org/drawingml/2006/main" noGrp="1"/>
          </p:cNvSpPr>
          <p:nvPr/>
        </p:nvSpPr>
        <p:spPr>
          <a:xfrm xmlns:a="http://schemas.openxmlformats.org/drawingml/2006/main">
            <a:off x="8458200" y="3733800"/>
            <a:ext cx="30289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222222"/>
                </a:solidFill>
                <a:latin typeface="Arial"/>
                <a:ea typeface="Arial"/>
                <a:cs typeface="Arial"/>
              </a:defRPr>
            </a:pPr>
            <a:r>
              <a:rPr sz="1875" b="0">
                <a:solidFill>
                  <a:srgbClr val="222222"/>
                </a:solidFill>
                <a:latin typeface="Arial"/>
                <a:ea typeface="Arial"/>
                <a:cs typeface="Arial"/>
              </a:rPr>
              <a:t>1.294701 at the start</a:t>
            </a:r>
          </a:p>
          <a:p xmlns:a="http://schemas.openxmlformats.org/drawingml/2006/main">
            <a:pPr algn="l">
              <a:buNone/>
              <a:defRPr sz="1875" b="0">
                <a:solidFill>
                  <a:srgbClr val="222222"/>
                </a:solidFill>
                <a:latin typeface="Arial"/>
                <a:ea typeface="Arial"/>
                <a:cs typeface="Arial"/>
              </a:defRPr>
            </a:pPr>
            <a:r>
              <a:rPr sz="1875" b="0">
                <a:solidFill>
                  <a:srgbClr val="222222"/>
                </a:solidFill>
                <a:latin typeface="Arial"/>
                <a:ea typeface="Arial"/>
                <a:cs typeface="Arial"/>
              </a:rPr>
              <a:t>0.804907 at the final step</a:t>
            </a:r>
          </a:p>
        </p:txBody>
      </p:sp>
      <p:sp>
        <p:nvSpPr>
          <p:cNvPr id="42" name="The final MSE excludes the L1 term and follow">
            <a:extLst xmlns:a="http://schemas.openxmlformats.org/drawingml/2006/main">
              <a:ext uri="{FF2B5EF4-FFF2-40B4-BE49-F238E27FC236}">
                <a16:creationId xmlns:a16="http://schemas.microsoft.com/office/drawing/2014/main" id="{F78B7A7D-54EF-419F-9DBF-3B4706CCFB48}"/>
              </a:ext>
            </a:extLst>
          </p:cNvPr>
          <p:cNvSpPr>
            <a:spLocks xmlns:a="http://schemas.openxmlformats.org/drawingml/2006/main" noGrp="1"/>
          </p:cNvSpPr>
          <p:nvPr/>
        </p:nvSpPr>
        <p:spPr>
          <a:xfrm xmlns:a="http://schemas.openxmlformats.org/drawingml/2006/main">
            <a:off x="752475" y="58674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0D4C82"/>
                </a:solidFill>
                <a:latin typeface="Arial"/>
                <a:ea typeface="Arial"/>
                <a:cs typeface="Arial"/>
              </a:defRPr>
            </a:pPr>
            <a:r>
              <a:rPr sz="1800" b="0">
                <a:solidFill>
                  <a:srgbClr val="0D4C82"/>
                </a:solidFill>
                <a:latin typeface="Arial"/>
                <a:ea typeface="Arial"/>
                <a:cs typeface="Arial"/>
              </a:rPr>
              <a:t>The final MSE excludes the L1 term and follows the last parameter update.</a:t>
            </a:r>
          </a:p>
        </p:txBody>
      </p:sp>
    </p:spTree>
    <p:extLst>
      <p:ext uri="{BB962C8B-B14F-4D97-AF65-F5344CB8AC3E}">
        <p14:creationId xmlns:p14="http://schemas.microsoft.com/office/powerpoint/2010/main" val="62026000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36" name="灯片编号占位符 18">
            <a:extLst xmlns:a="http://schemas.openxmlformats.org/drawingml/2006/main">
              <a:ext uri="{FF2B5EF4-FFF2-40B4-BE49-F238E27FC236}">
                <a16:creationId xmlns:a16="http://schemas.microsoft.com/office/drawing/2014/main" id="{B311809E-7174-EF81-2BDE-4FC1B4CF1C4C}"/>
              </a:ext>
            </a:extLst>
          </p:cNvPr>
          <p:cNvSpPr>
            <a:spLocks xmlns:a="http://schemas.openxmlformats.org/drawingml/2006/main" noGrp="1"/>
          </p:cNvSpPr>
          <p:nvPr/>
        </p:nvSpPr>
        <p:spPr>
          <a:xfrm xmlns:a="http://schemas.openxmlformats.org/drawingml/2006/main">
            <a:off x="9302750" y="6356350"/>
            <a:ext cx="2743200" cy="365125"/>
          </a:xfrm>
          <a:prstGeom xmlns:a="http://schemas.openxmlformats.org/drawingml/2006/main" prst="rect">
            <a:avLst/>
          </a:prstGeom>
        </p:spPr>
        <p:txBody>
          <a:bodyPr xmlns:a="http://schemas.openxmlformats.org/drawingml/2006/main">
            <a:noAutofit/>
          </a:bodyPr>
          <a:lstStyle xmlns:a="http://schemas.openxmlformats.org/drawingml/2006/main">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a:lstStyle>
          <a:p xmlns:a="http://schemas.openxmlformats.org/drawingml/2006/main">
            <a:pPr algn="r">
              <a:buNone/>
              <a:defRPr sz="1800">
                <a:solidFill>
                  <a:srgbClr val="000000"/>
                </a:solidFill>
                <a:latin typeface="Arial"/>
                <a:ea typeface="Arial"/>
                <a:cs typeface="Arial"/>
              </a:defRPr>
            </a:pPr>
            <a:fld id="{4DB16885-0D3F-A391-B669-3211DB3B26E8}" type="slidenum">
              <a:rPr sz="1800">
                <a:solidFill>
                  <a:srgbClr val="000000"/>
                </a:solidFill>
                <a:latin typeface="Arial"/>
                <a:ea typeface="Arial"/>
                <a:cs typeface="Arial"/>
              </a:rPr>
              <a:t>12</a:t>
            </a:fld>
            <a:endParaRPr>
              <a:latin typeface="Arial"/>
              <a:ea typeface="Arial"/>
              <a:cs typeface="Arial"/>
            </a:endParaRPr>
          </a:p>
        </p:txBody>
      </p:sp>
      <p:sp>
        <p:nvSpPr>
          <p:cNvPr id="3" name="文本框 2">
            <a:extLst xmlns:a="http://schemas.openxmlformats.org/drawingml/2006/main">
              <a:ext uri="{FF2B5EF4-FFF2-40B4-BE49-F238E27FC236}">
                <a16:creationId xmlns:a16="http://schemas.microsoft.com/office/drawing/2014/main" id="{B7E2D4FF-A7FB-B832-04E8-442A96B4B142}"/>
              </a:ext>
            </a:extLst>
          </p:cNvPr>
          <p:cNvSpPr>
            <a:spLocks xmlns:a="http://schemas.openxmlformats.org/drawingml/2006/main" noGrp="1"/>
          </p:cNvSpPr>
          <p:nvPr/>
        </p:nvSpPr>
        <p:spPr>
          <a:xfrm xmlns:a="http://schemas.openxmlformats.org/drawingml/2006/main">
            <a:off x="657987" y="228600"/>
            <a:ext cx="10858500" cy="480060"/>
          </a:xfrm>
          <a:prstGeom xmlns:a="http://schemas.openxmlformats.org/drawingml/2006/main" prst="rect">
            <a:avLst/>
          </a:prstGeom>
          <a:noFill xmlns:a="http://schemas.openxmlformats.org/drawingml/2006/main"/>
        </p:spPr>
        <p:txBody>
          <a:bodyPr xmlns:a="http://schemas.openxmlformats.org/drawingml/2006/main" wrap="none" lIns="0" tIns="0" rIns="0" bIns="0">
            <a:noAutofit/>
          </a:bodyPr>
          <a:lstStyle xmlns:a="http://schemas.openxmlformats.org/drawingml/2006/main"/>
          <a:p xmlns:a="http://schemas.openxmlformats.org/drawingml/2006/main">
            <a:pPr defTabSz="914400">
              <a:buNone/>
              <a:defRPr sz="2550" b="1">
                <a:solidFill>
                  <a:srgbClr val="0D4C82"/>
                </a:solidFill>
                <a:latin typeface="Arial"/>
                <a:ea typeface="Arial"/>
                <a:cs typeface="Arial"/>
              </a:defRPr>
            </a:pPr>
            <a:r>
              <a:rPr sz="2550" b="1">
                <a:solidFill>
                  <a:srgbClr val="0D4C82"/>
                </a:solidFill>
                <a:latin typeface="Arial"/>
                <a:ea typeface="Arial"/>
                <a:cs typeface="Arial"/>
              </a:rPr>
              <a:t>MET-MAP results: three continuous gradients</a:t>
            </a:r>
            <a:endParaRPr sz="2400" b="1">
              <a:solidFill>
                <a:schemeClr val="bg2"/>
              </a:solidFill>
              <a:latin typeface="Arial"/>
              <a:ea typeface="Arial"/>
              <a:cs typeface="Arial"/>
            </a:endParaRPr>
          </a:p>
        </p:txBody>
      </p:sp>
      <p:sp>
        <p:nvSpPr>
          <p:cNvPr id="37" name="All 3,508 spots, shown in the original spatia">
            <a:extLst xmlns:a="http://schemas.openxmlformats.org/drawingml/2006/main">
              <a:ext uri="{FF2B5EF4-FFF2-40B4-BE49-F238E27FC236}">
                <a16:creationId xmlns:a16="http://schemas.microsoft.com/office/drawing/2014/main" id="{3BF328BC-B827-4A49-959E-D3C30D7B5991}"/>
              </a:ext>
            </a:extLst>
          </p:cNvPr>
          <p:cNvSpPr>
            <a:spLocks xmlns:a="http://schemas.openxmlformats.org/drawingml/2006/main" noGrp="1"/>
          </p:cNvSpPr>
          <p:nvPr/>
        </p:nvSpPr>
        <p:spPr>
          <a:xfrm xmlns:a="http://schemas.openxmlformats.org/drawingml/2006/main">
            <a:off x="752475" y="1000125"/>
            <a:ext cx="107156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222222"/>
                </a:solidFill>
                <a:latin typeface="Arial"/>
                <a:ea typeface="Arial"/>
                <a:cs typeface="Arial"/>
              </a:defRPr>
            </a:pPr>
            <a:r>
              <a:rPr sz="2025" b="0">
                <a:solidFill>
                  <a:srgbClr val="222222"/>
                </a:solidFill>
                <a:latin typeface="Arial"/>
                <a:ea typeface="Arial"/>
                <a:cs typeface="Arial"/>
              </a:rPr>
              <a:t>All 3,508 spots, shown in the original spatial coordinate system</a:t>
            </a:r>
          </a:p>
        </p:txBody>
      </p:sp>
      <p:pic>
        <p:nvPicPr>
          <p:cNvPr id="44" name="图片 42"/>
          <p:cNvPicPr>
            <a:picLocks xmlns:a="http://schemas.openxmlformats.org/drawingml/2006/main" noChangeAspect="1"/>
          </p:cNvPicPr>
          <p:nvPr/>
        </p:nvPicPr>
        <p:blipFill>
          <a:blip xmlns:r="http://schemas.openxmlformats.org/officeDocument/2006/relationships" xmlns:a="http://schemas.openxmlformats.org/drawingml/2006/main" r:embed="R967c9584af154b6f"/>
          <a:stretch xmlns:a="http://schemas.openxmlformats.org/drawingml/2006/main"/>
        </p:blipFill>
        <p:spPr>
          <a:xfrm xmlns:a="http://schemas.openxmlformats.org/drawingml/2006/main">
            <a:off x="559235" y="2009775"/>
            <a:ext cx="11073530" cy="3686175"/>
          </a:xfrm>
          <a:prstGeom xmlns:a="http://schemas.openxmlformats.org/drawingml/2006/main" prst="rect">
            <a:avLst/>
          </a:prstGeom>
        </p:spPr>
      </p:pic>
      <p:sp>
        <p:nvSpPr>
          <p:cNvPr id="39" name="Each axis is scaled to 0–1 for display. Isode">
            <a:extLst xmlns:a="http://schemas.openxmlformats.org/drawingml/2006/main">
              <a:ext uri="{FF2B5EF4-FFF2-40B4-BE49-F238E27FC236}">
                <a16:creationId xmlns:a16="http://schemas.microsoft.com/office/drawing/2014/main" id="{B7B72FCA-C27F-4D4E-825A-E25B8AD04B24}"/>
              </a:ext>
            </a:extLst>
          </p:cNvPr>
          <p:cNvSpPr>
            <a:spLocks xmlns:a="http://schemas.openxmlformats.org/drawingml/2006/main" noGrp="1"/>
          </p:cNvSpPr>
          <p:nvPr/>
        </p:nvSpPr>
        <p:spPr>
          <a:xfrm xmlns:a="http://schemas.openxmlformats.org/drawingml/2006/main">
            <a:off x="752475" y="60293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0D4C82"/>
                </a:solidFill>
                <a:latin typeface="Arial"/>
                <a:ea typeface="Arial"/>
                <a:cs typeface="Arial"/>
              </a:defRPr>
            </a:pPr>
            <a:r>
              <a:rPr sz="1800" b="0">
                <a:solidFill>
                  <a:srgbClr val="0D4C82"/>
                </a:solidFill>
                <a:latin typeface="Arial"/>
                <a:ea typeface="Arial"/>
                <a:cs typeface="Arial"/>
              </a:rPr>
              <a:t>Each axis is scaled to 0–1 for display. Isodepth is a learned coordinate.</a:t>
            </a:r>
          </a:p>
        </p:txBody>
      </p:sp>
    </p:spTree>
    <p:extLst>
      <p:ext uri="{BB962C8B-B14F-4D97-AF65-F5344CB8AC3E}">
        <p14:creationId xmlns:p14="http://schemas.microsoft.com/office/powerpoint/2010/main" val="620260010"/>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36" name="灯片编号占位符 18">
            <a:extLst xmlns:a="http://schemas.openxmlformats.org/drawingml/2006/main">
              <a:ext uri="{FF2B5EF4-FFF2-40B4-BE49-F238E27FC236}">
                <a16:creationId xmlns:a16="http://schemas.microsoft.com/office/drawing/2014/main" id="{B311809E-7174-EF81-2BDE-4FC1B4CF1C4C}"/>
              </a:ext>
            </a:extLst>
          </p:cNvPr>
          <p:cNvSpPr>
            <a:spLocks xmlns:a="http://schemas.openxmlformats.org/drawingml/2006/main" noGrp="1"/>
          </p:cNvSpPr>
          <p:nvPr/>
        </p:nvSpPr>
        <p:spPr>
          <a:xfrm xmlns:a="http://schemas.openxmlformats.org/drawingml/2006/main">
            <a:off x="9302750" y="6356350"/>
            <a:ext cx="2743200" cy="365125"/>
          </a:xfrm>
          <a:prstGeom xmlns:a="http://schemas.openxmlformats.org/drawingml/2006/main" prst="rect">
            <a:avLst/>
          </a:prstGeom>
        </p:spPr>
        <p:txBody>
          <a:bodyPr xmlns:a="http://schemas.openxmlformats.org/drawingml/2006/main">
            <a:noAutofit/>
          </a:bodyPr>
          <a:lstStyle xmlns:a="http://schemas.openxmlformats.org/drawingml/2006/main">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a:lstStyle>
          <a:p xmlns:a="http://schemas.openxmlformats.org/drawingml/2006/main">
            <a:pPr algn="r">
              <a:buNone/>
              <a:defRPr sz="1800">
                <a:solidFill>
                  <a:srgbClr val="000000"/>
                </a:solidFill>
                <a:latin typeface="Arial"/>
                <a:ea typeface="Arial"/>
                <a:cs typeface="Arial"/>
              </a:defRPr>
            </a:pPr>
            <a:fld id="{2DD23107-4986-8758-3A93-3D74F35908CC}" type="slidenum">
              <a:rPr sz="1800">
                <a:solidFill>
                  <a:srgbClr val="000000"/>
                </a:solidFill>
                <a:latin typeface="Arial"/>
                <a:ea typeface="Arial"/>
                <a:cs typeface="Arial"/>
              </a:rPr>
              <a:t>13</a:t>
            </a:fld>
            <a:endParaRPr>
              <a:latin typeface="Arial"/>
              <a:ea typeface="Arial"/>
              <a:cs typeface="Arial"/>
            </a:endParaRPr>
          </a:p>
        </p:txBody>
      </p:sp>
      <p:sp>
        <p:nvSpPr>
          <p:cNvPr id="3" name="文本框 2">
            <a:extLst xmlns:a="http://schemas.openxmlformats.org/drawingml/2006/main">
              <a:ext uri="{FF2B5EF4-FFF2-40B4-BE49-F238E27FC236}">
                <a16:creationId xmlns:a16="http://schemas.microsoft.com/office/drawing/2014/main" id="{B7E2D4FF-A7FB-B832-04E8-442A96B4B142}"/>
              </a:ext>
            </a:extLst>
          </p:cNvPr>
          <p:cNvSpPr>
            <a:spLocks xmlns:a="http://schemas.openxmlformats.org/drawingml/2006/main" noGrp="1"/>
          </p:cNvSpPr>
          <p:nvPr/>
        </p:nvSpPr>
        <p:spPr>
          <a:xfrm xmlns:a="http://schemas.openxmlformats.org/drawingml/2006/main">
            <a:off x="657987" y="228600"/>
            <a:ext cx="10858500" cy="480060"/>
          </a:xfrm>
          <a:prstGeom xmlns:a="http://schemas.openxmlformats.org/drawingml/2006/main" prst="rect">
            <a:avLst/>
          </a:prstGeom>
          <a:noFill xmlns:a="http://schemas.openxmlformats.org/drawingml/2006/main"/>
        </p:spPr>
        <p:txBody>
          <a:bodyPr xmlns:a="http://schemas.openxmlformats.org/drawingml/2006/main" wrap="none" lIns="0" tIns="0" rIns="0" bIns="0">
            <a:noAutofit/>
          </a:bodyPr>
          <a:lstStyle xmlns:a="http://schemas.openxmlformats.org/drawingml/2006/main"/>
          <a:p xmlns:a="http://schemas.openxmlformats.org/drawingml/2006/main">
            <a:pPr defTabSz="914400">
              <a:buNone/>
              <a:defRPr sz="2550" b="1">
                <a:solidFill>
                  <a:srgbClr val="0D4C82"/>
                </a:solidFill>
                <a:latin typeface="Arial"/>
                <a:ea typeface="Arial"/>
                <a:cs typeface="Arial"/>
              </a:defRPr>
            </a:pPr>
            <a:r>
              <a:rPr sz="2550" b="1">
                <a:solidFill>
                  <a:srgbClr val="0D4C82"/>
                </a:solidFill>
                <a:latin typeface="Arial"/>
                <a:ea typeface="Arial"/>
                <a:cs typeface="Arial"/>
              </a:rPr>
              <a:t>MET-MAP results: reconstructed metabolite patterns</a:t>
            </a:r>
            <a:endParaRPr sz="2400" b="1">
              <a:solidFill>
                <a:schemeClr val="bg2"/>
              </a:solidFill>
              <a:latin typeface="Arial"/>
              <a:ea typeface="Arial"/>
              <a:cs typeface="Arial"/>
            </a:endParaRPr>
          </a:p>
        </p:txBody>
      </p:sp>
      <p:pic>
        <p:nvPicPr>
          <p:cNvPr id="42" name="图片 40"/>
          <p:cNvPicPr>
            <a:picLocks xmlns:a="http://schemas.openxmlformats.org/drawingml/2006/main" noChangeAspect="1"/>
          </p:cNvPicPr>
          <p:nvPr/>
        </p:nvPicPr>
        <p:blipFill>
          <a:blip xmlns:r="http://schemas.openxmlformats.org/officeDocument/2006/relationships" xmlns:a="http://schemas.openxmlformats.org/drawingml/2006/main" r:embed="Rfa536445485a4fb1"/>
          <a:stretch xmlns:a="http://schemas.openxmlformats.org/drawingml/2006/main"/>
        </p:blipFill>
        <p:spPr>
          <a:xfrm xmlns:a="http://schemas.openxmlformats.org/drawingml/2006/main">
            <a:off x="2218673" y="990600"/>
            <a:ext cx="7735605" cy="4591050"/>
          </a:xfrm>
          <a:prstGeom xmlns:a="http://schemas.openxmlformats.org/drawingml/2006/main" prst="rect">
            <a:avLst/>
          </a:prstGeom>
        </p:spPr>
      </p:pic>
      <p:sp>
        <p:nvSpPr>
          <p:cNvPr id="38" name="Top feature: m/z 293.0480, training reconstru">
            <a:extLst xmlns:a="http://schemas.openxmlformats.org/drawingml/2006/main">
              <a:ext uri="{FF2B5EF4-FFF2-40B4-BE49-F238E27FC236}">
                <a16:creationId xmlns:a16="http://schemas.microsoft.com/office/drawing/2014/main" id="{CEAF2C1A-2838-4C46-8D1A-2E2258BE80FB}"/>
              </a:ext>
            </a:extLst>
          </p:cNvPr>
          <p:cNvSpPr>
            <a:spLocks xmlns:a="http://schemas.openxmlformats.org/drawingml/2006/main" noGrp="1"/>
          </p:cNvSpPr>
          <p:nvPr/>
        </p:nvSpPr>
        <p:spPr>
          <a:xfrm xmlns:a="http://schemas.openxmlformats.org/drawingml/2006/main">
            <a:off x="752475" y="58388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0D4C82"/>
                </a:solidFill>
                <a:latin typeface="Arial"/>
                <a:ea typeface="Arial"/>
                <a:cs typeface="Arial"/>
              </a:defRPr>
            </a:pPr>
            <a:r>
              <a:rPr sz="1800" b="0">
                <a:solidFill>
                  <a:srgbClr val="0D4C82"/>
                </a:solidFill>
                <a:latin typeface="Arial"/>
                <a:ea typeface="Arial"/>
                <a:cs typeface="Arial"/>
              </a:rPr>
              <a:t>Top feature: m/z 293.0480, training reconstruction R² = 0.887339.</a:t>
            </a:r>
          </a:p>
        </p:txBody>
      </p:sp>
    </p:spTree>
    <p:extLst>
      <p:ext uri="{BB962C8B-B14F-4D97-AF65-F5344CB8AC3E}">
        <p14:creationId xmlns:p14="http://schemas.microsoft.com/office/powerpoint/2010/main" val="62026001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36" name="灯片编号占位符 18">
            <a:extLst xmlns:a="http://schemas.openxmlformats.org/drawingml/2006/main">
              <a:ext uri="{FF2B5EF4-FFF2-40B4-BE49-F238E27FC236}">
                <a16:creationId xmlns:a16="http://schemas.microsoft.com/office/drawing/2014/main" id="{B311809E-7174-EF81-2BDE-4FC1B4CF1C4C}"/>
              </a:ext>
            </a:extLst>
          </p:cNvPr>
          <p:cNvSpPr>
            <a:spLocks xmlns:a="http://schemas.openxmlformats.org/drawingml/2006/main" noGrp="1"/>
          </p:cNvSpPr>
          <p:nvPr/>
        </p:nvSpPr>
        <p:spPr>
          <a:xfrm xmlns:a="http://schemas.openxmlformats.org/drawingml/2006/main">
            <a:off x="9302750" y="6356350"/>
            <a:ext cx="2743200" cy="365125"/>
          </a:xfrm>
          <a:prstGeom xmlns:a="http://schemas.openxmlformats.org/drawingml/2006/main" prst="rect">
            <a:avLst/>
          </a:prstGeom>
        </p:spPr>
        <p:txBody>
          <a:bodyPr xmlns:a="http://schemas.openxmlformats.org/drawingml/2006/main">
            <a:noAutofit/>
          </a:bodyPr>
          <a:lstStyle xmlns:a="http://schemas.openxmlformats.org/drawingml/2006/main">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a:lstStyle>
          <a:p xmlns:a="http://schemas.openxmlformats.org/drawingml/2006/main">
            <a:pPr algn="r">
              <a:buNone/>
              <a:defRPr sz="1800">
                <a:solidFill>
                  <a:srgbClr val="000000"/>
                </a:solidFill>
                <a:latin typeface="Arial"/>
                <a:ea typeface="Arial"/>
                <a:cs typeface="Arial"/>
              </a:defRPr>
            </a:pPr>
            <a:fld id="{327921A4-25C4-3DB4-06B1-32693CEE2241}" type="slidenum">
              <a:rPr sz="1800">
                <a:solidFill>
                  <a:srgbClr val="000000"/>
                </a:solidFill>
                <a:latin typeface="Arial"/>
                <a:ea typeface="Arial"/>
                <a:cs typeface="Arial"/>
              </a:rPr>
              <a:t>14</a:t>
            </a:fld>
            <a:endParaRPr>
              <a:latin typeface="Arial"/>
              <a:ea typeface="Arial"/>
              <a:cs typeface="Arial"/>
            </a:endParaRPr>
          </a:p>
        </p:txBody>
      </p:sp>
      <p:sp>
        <p:nvSpPr>
          <p:cNvPr id="3" name="文本框 2">
            <a:extLst xmlns:a="http://schemas.openxmlformats.org/drawingml/2006/main">
              <a:ext uri="{FF2B5EF4-FFF2-40B4-BE49-F238E27FC236}">
                <a16:creationId xmlns:a16="http://schemas.microsoft.com/office/drawing/2014/main" id="{B7E2D4FF-A7FB-B832-04E8-442A96B4B142}"/>
              </a:ext>
            </a:extLst>
          </p:cNvPr>
          <p:cNvSpPr>
            <a:spLocks xmlns:a="http://schemas.openxmlformats.org/drawingml/2006/main" noGrp="1"/>
          </p:cNvSpPr>
          <p:nvPr/>
        </p:nvSpPr>
        <p:spPr>
          <a:xfrm xmlns:a="http://schemas.openxmlformats.org/drawingml/2006/main">
            <a:off x="657987" y="228600"/>
            <a:ext cx="10858500" cy="480060"/>
          </a:xfrm>
          <a:prstGeom xmlns:a="http://schemas.openxmlformats.org/drawingml/2006/main" prst="rect">
            <a:avLst/>
          </a:prstGeom>
          <a:noFill xmlns:a="http://schemas.openxmlformats.org/drawingml/2006/main"/>
        </p:spPr>
        <p:txBody>
          <a:bodyPr xmlns:a="http://schemas.openxmlformats.org/drawingml/2006/main" wrap="none" lIns="0" tIns="0" rIns="0" bIns="0">
            <a:noAutofit/>
          </a:bodyPr>
          <a:lstStyle xmlns:a="http://schemas.openxmlformats.org/drawingml/2006/main"/>
          <a:p xmlns:a="http://schemas.openxmlformats.org/drawingml/2006/main">
            <a:pPr defTabSz="914400">
              <a:buNone/>
              <a:defRPr sz="2550" b="1">
                <a:solidFill>
                  <a:srgbClr val="0D4C82"/>
                </a:solidFill>
                <a:latin typeface="Arial"/>
                <a:ea typeface="Arial"/>
                <a:cs typeface="Arial"/>
              </a:defRPr>
            </a:pPr>
            <a:r>
              <a:rPr sz="2550" b="1">
                <a:solidFill>
                  <a:srgbClr val="0D4C82"/>
                </a:solidFill>
                <a:latin typeface="Arial"/>
                <a:ea typeface="Arial"/>
                <a:cs typeface="Arial"/>
              </a:rPr>
              <a:t>SIGMA preprocessing</a:t>
            </a:r>
            <a:endParaRPr sz="2400" b="1">
              <a:solidFill>
                <a:schemeClr val="bg2"/>
              </a:solidFill>
              <a:latin typeface="Arial"/>
              <a:ea typeface="Arial"/>
              <a:cs typeface="Arial"/>
            </a:endParaRPr>
          </a:p>
        </p:txBody>
      </p:sp>
      <p:sp>
        <p:nvSpPr>
          <p:cNvPr id="37" name="A compact MSI representation and a spatial Ga">
            <a:extLst xmlns:a="http://schemas.openxmlformats.org/drawingml/2006/main">
              <a:ext uri="{FF2B5EF4-FFF2-40B4-BE49-F238E27FC236}">
                <a16:creationId xmlns:a16="http://schemas.microsoft.com/office/drawing/2014/main" id="{5D85BEA7-4B5C-4ACC-989F-E953E338BB28}"/>
              </a:ext>
            </a:extLst>
          </p:cNvPr>
          <p:cNvSpPr>
            <a:spLocks xmlns:a="http://schemas.openxmlformats.org/drawingml/2006/main" noGrp="1"/>
          </p:cNvSpPr>
          <p:nvPr/>
        </p:nvSpPr>
        <p:spPr>
          <a:xfrm xmlns:a="http://schemas.openxmlformats.org/drawingml/2006/main">
            <a:off x="752475" y="1000125"/>
            <a:ext cx="107156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222222"/>
                </a:solidFill>
                <a:latin typeface="Arial"/>
                <a:ea typeface="Arial"/>
                <a:cs typeface="Arial"/>
              </a:defRPr>
            </a:pPr>
            <a:r>
              <a:rPr sz="2025" b="0">
                <a:solidFill>
                  <a:srgbClr val="222222"/>
                </a:solidFill>
                <a:latin typeface="Arial"/>
                <a:ea typeface="Arial"/>
                <a:cs typeface="Arial"/>
              </a:rPr>
              <a:t>A compact MSI representation and a spatial Gaussian graph</a:t>
            </a:r>
          </a:p>
        </p:txBody>
      </p:sp>
      <p:graphicFrame>
        <p:nvGraphicFramePr>
          <p:cNvPr id="44" name="表格 42"/>
          <p:cNvGraphicFramePr/>
          <p:nvPr/>
        </p:nvGraphicFramePr>
        <p:xfrm>
          <a:off xmlns:a="http://schemas.openxmlformats.org/drawingml/2006/main" x="762000" y="1619250"/>
          <a:ext xmlns:a="http://schemas.openxmlformats.org/drawingml/2006/main" cx="10668000" cy="3525967"/>
        </p:xfrm>
        <a:graphic xmlns:a="http://schemas.openxmlformats.org/drawingml/2006/main">
          <a:graphicData uri="http://schemas.openxmlformats.org/drawingml/2006/table">
            <a:tbl>
              <a:tblPr firstRow="1"/>
              <a:tblGrid>
                <a:gridCol w="2428875"/>
                <a:gridCol w="5286375"/>
                <a:gridCol w="2952750"/>
              </a:tblGrid>
              <a:tr h="579438">
                <a:tc>
                  <a:txBody>
                    <a:bodyPr/>
                    <a:lstStyle/>
                    <a:p>
                      <a:pPr algn="l">
                        <a:buNone/>
                      </a:pPr>
                      <a:r>
                        <a:rPr sz="1763" b="1">
                          <a:solidFill>
                            <a:srgbClr val="FFFFFF"/>
                          </a:solidFill>
                          <a:latin typeface="Arial"/>
                          <a:ea typeface="Arial"/>
                          <a:cs typeface="Arial"/>
                        </a:rPr>
                        <a:t>Input or operation</a:t>
                      </a:r>
                    </a:p>
                  </a:txBody>
                  <a:tcPr marL="91440" marR="91440" marT="45720" marB="45720" anchor="ctr">
                    <a:solidFill>
                      <a:srgbClr val="0D4C82"/>
                    </a:solidFill>
                  </a:tcPr>
                </a:tc>
                <a:tc>
                  <a:txBody>
                    <a:bodyPr/>
                    <a:lstStyle/>
                    <a:p>
                      <a:pPr algn="l">
                        <a:buNone/>
                      </a:pPr>
                      <a:r>
                        <a:rPr sz="1763" b="1">
                          <a:solidFill>
                            <a:srgbClr val="FFFFFF"/>
                          </a:solidFill>
                          <a:latin typeface="Arial"/>
                          <a:ea typeface="Arial"/>
                          <a:cs typeface="Arial"/>
                        </a:rPr>
                        <a:t>BC-515 setting</a:t>
                      </a:r>
                    </a:p>
                  </a:txBody>
                  <a:tcPr marL="91440" marR="91440" marT="45720" marB="45720" anchor="ctr">
                    <a:solidFill>
                      <a:srgbClr val="0D4C82"/>
                    </a:solidFill>
                  </a:tcPr>
                </a:tc>
                <a:tc>
                  <a:txBody>
                    <a:bodyPr/>
                    <a:lstStyle/>
                    <a:p>
                      <a:pPr algn="l">
                        <a:buNone/>
                      </a:pPr>
                      <a:r>
                        <a:rPr sz="1763" b="1">
                          <a:solidFill>
                            <a:srgbClr val="FFFFFF"/>
                          </a:solidFill>
                          <a:latin typeface="Arial"/>
                          <a:ea typeface="Arial"/>
                          <a:cs typeface="Arial"/>
                        </a:rPr>
                        <a:t>Output</a:t>
                      </a:r>
                    </a:p>
                  </a:txBody>
                  <a:tcPr marL="91440" marR="91440" marT="45720" marB="45720" anchor="ctr">
                    <a:solidFill>
                      <a:srgbClr val="0D4C82"/>
                    </a:solidFill>
                  </a:tcPr>
                </a:tc>
              </a:tr>
              <a:tr h="579438">
                <a:tc>
                  <a:txBody>
                    <a:bodyPr/>
                    <a:lstStyle/>
                    <a:p>
                      <a:pPr algn="l">
                        <a:buNone/>
                      </a:pPr>
                      <a:r>
                        <a:rPr sz="1763" b="0">
                          <a:solidFill>
                            <a:srgbClr val="222222"/>
                          </a:solidFill>
                          <a:latin typeface="Arial"/>
                          <a:ea typeface="Arial"/>
                          <a:cs typeface="Arial"/>
                        </a:rPr>
                        <a:t>MSI transform</a:t>
                      </a:r>
                    </a:p>
                  </a:txBody>
                  <a:tcPr marL="91440" marR="91440" marT="45720" marB="45720" anchor="ctr">
                    <a:solidFill>
                      <a:srgbClr val="FFFFFF"/>
                    </a:solidFill>
                  </a:tcPr>
                </a:tc>
                <a:tc>
                  <a:txBody>
                    <a:bodyPr/>
                    <a:lstStyle/>
                    <a:p>
                      <a:pPr algn="l">
                        <a:buNone/>
                      </a:pPr>
                      <a:r>
                        <a:rPr sz="1763" b="0">
                          <a:solidFill>
                            <a:srgbClr val="222222"/>
                          </a:solidFill>
                          <a:latin typeface="Arial"/>
                          <a:ea typeface="Arial"/>
                          <a:cs typeface="Arial"/>
                        </a:rPr>
                        <a:t>log1p, RobustScaler (10–90%)</a:t>
                      </a:r>
                    </a:p>
                  </a:txBody>
                  <a:tcPr marL="91440" marR="91440" marT="45720" marB="45720" anchor="ctr">
                    <a:solidFill>
                      <a:srgbClr val="FFFFFF"/>
                    </a:solidFill>
                  </a:tcPr>
                </a:tc>
                <a:tc>
                  <a:txBody>
                    <a:bodyPr/>
                    <a:lstStyle/>
                    <a:p>
                      <a:pPr algn="l">
                        <a:buNone/>
                      </a:pPr>
                      <a:r>
                        <a:rPr sz="1763" b="0">
                          <a:solidFill>
                            <a:srgbClr val="222222"/>
                          </a:solidFill>
                          <a:latin typeface="Arial"/>
                          <a:ea typeface="Arial"/>
                          <a:cs typeface="Arial"/>
                        </a:rPr>
                        <a:t>3,508 × 2,086</a:t>
                      </a:r>
                    </a:p>
                  </a:txBody>
                  <a:tcPr marL="91440" marR="91440" marT="45720" marB="45720" anchor="ctr">
                    <a:solidFill>
                      <a:srgbClr val="FFFFFF"/>
                    </a:solidFill>
                  </a:tcPr>
                </a:tc>
              </a:tr>
              <a:tr h="579438">
                <a:tc>
                  <a:txBody>
                    <a:bodyPr/>
                    <a:lstStyle/>
                    <a:p>
                      <a:pPr algn="l">
                        <a:buNone/>
                      </a:pPr>
                      <a:r>
                        <a:rPr sz="1763" b="0">
                          <a:solidFill>
                            <a:srgbClr val="222222"/>
                          </a:solidFill>
                          <a:latin typeface="Arial"/>
                          <a:ea typeface="Arial"/>
                          <a:cs typeface="Arial"/>
                        </a:rPr>
                        <a:t>Feature compression</a:t>
                      </a:r>
                    </a:p>
                  </a:txBody>
                  <a:tcPr marL="91440" marR="91440" marT="45720" marB="45720" anchor="ctr">
                    <a:solidFill>
                      <a:srgbClr val="FFFFFF"/>
                    </a:solidFill>
                  </a:tcPr>
                </a:tc>
                <a:tc>
                  <a:txBody>
                    <a:bodyPr/>
                    <a:lstStyle/>
                    <a:p>
                      <a:pPr algn="l">
                        <a:buNone/>
                      </a:pPr>
                      <a:r>
                        <a:rPr sz="1763" b="0">
                          <a:solidFill>
                            <a:srgbClr val="222222"/>
                          </a:solidFill>
                          <a:latin typeface="Arial"/>
                          <a:ea typeface="Arial"/>
                          <a:cs typeface="Arial"/>
                        </a:rPr>
                        <a:t>TruncatedSVD, 64 components, then z-score</a:t>
                      </a:r>
                    </a:p>
                  </a:txBody>
                  <a:tcPr marL="91440" marR="91440" marT="45720" marB="45720" anchor="ctr">
                    <a:solidFill>
                      <a:srgbClr val="FFFFFF"/>
                    </a:solidFill>
                  </a:tcPr>
                </a:tc>
                <a:tc>
                  <a:txBody>
                    <a:bodyPr/>
                    <a:lstStyle/>
                    <a:p>
                      <a:pPr algn="l">
                        <a:buNone/>
                      </a:pPr>
                      <a:r>
                        <a:rPr sz="1763" b="0">
                          <a:solidFill>
                            <a:srgbClr val="222222"/>
                          </a:solidFill>
                          <a:latin typeface="Arial"/>
                          <a:ea typeface="Arial"/>
                          <a:cs typeface="Arial"/>
                        </a:rPr>
                        <a:t>Embedding E: 3,508 × 64</a:t>
                      </a:r>
                    </a:p>
                  </a:txBody>
                  <a:tcPr marL="91440" marR="91440" marT="45720" marB="45720" anchor="ctr">
                    <a:solidFill>
                      <a:srgbClr val="FFFFFF"/>
                    </a:solidFill>
                  </a:tcPr>
                </a:tc>
              </a:tr>
              <a:tr h="579438">
                <a:tc>
                  <a:txBody>
                    <a:bodyPr/>
                    <a:lstStyle/>
                    <a:p>
                      <a:pPr algn="l">
                        <a:buNone/>
                      </a:pPr>
                      <a:r>
                        <a:rPr sz="1763" b="0">
                          <a:solidFill>
                            <a:srgbClr val="222222"/>
                          </a:solidFill>
                          <a:latin typeface="Arial"/>
                          <a:ea typeface="Arial"/>
                          <a:cs typeface="Arial"/>
                        </a:rPr>
                        <a:t>Spatial graph</a:t>
                      </a:r>
                    </a:p>
                  </a:txBody>
                  <a:tcPr marL="91440" marR="91440" marT="45720" marB="45720" anchor="ctr">
                    <a:solidFill>
                      <a:srgbClr val="FFFFFF"/>
                    </a:solidFill>
                  </a:tcPr>
                </a:tc>
                <a:tc>
                  <a:txBody>
                    <a:bodyPr/>
                    <a:lstStyle/>
                    <a:p>
                      <a:pPr algn="l">
                        <a:buNone/>
                      </a:pPr>
                      <a:r>
                        <a:rPr sz="1763" b="0">
                          <a:solidFill>
                            <a:srgbClr val="222222"/>
                          </a:solidFill>
                          <a:latin typeface="Arial"/>
                          <a:ea typeface="Arial"/>
                          <a:cs typeface="Arial"/>
                        </a:rPr>
                        <a:t>15 nearest neighbors per spot</a:t>
                      </a:r>
                    </a:p>
                  </a:txBody>
                  <a:tcPr marL="91440" marR="91440" marT="45720" marB="45720" anchor="ctr">
                    <a:solidFill>
                      <a:srgbClr val="FFFFFF"/>
                    </a:solidFill>
                  </a:tcPr>
                </a:tc>
                <a:tc>
                  <a:txBody>
                    <a:bodyPr/>
                    <a:lstStyle/>
                    <a:p>
                      <a:pPr algn="l">
                        <a:buNone/>
                      </a:pPr>
                      <a:r>
                        <a:rPr sz="1763" b="0">
                          <a:solidFill>
                            <a:srgbClr val="222222"/>
                          </a:solidFill>
                          <a:latin typeface="Arial"/>
                          <a:ea typeface="Arial"/>
                          <a:cs typeface="Arial"/>
                        </a:rPr>
                        <a:t>Directed Gaussian-weighted edges</a:t>
                      </a:r>
                    </a:p>
                  </a:txBody>
                  <a:tcPr marL="91440" marR="91440" marT="45720" marB="45720" anchor="ctr">
                    <a:solidFill>
                      <a:srgbClr val="FFFFFF"/>
                    </a:solidFill>
                  </a:tcPr>
                </a:tc>
              </a:tr>
              <a:tr h="579438">
                <a:tc>
                  <a:txBody>
                    <a:bodyPr/>
                    <a:lstStyle/>
                    <a:p>
                      <a:pPr algn="l">
                        <a:buNone/>
                      </a:pPr>
                      <a:r>
                        <a:rPr sz="1763" b="0">
                          <a:solidFill>
                            <a:srgbClr val="222222"/>
                          </a:solidFill>
                          <a:latin typeface="Arial"/>
                          <a:ea typeface="Arial"/>
                          <a:cs typeface="Arial"/>
                        </a:rPr>
                        <a:t>RNA target</a:t>
                      </a:r>
                    </a:p>
                  </a:txBody>
                  <a:tcPr marL="91440" marR="91440" marT="45720" marB="45720" anchor="ctr">
                    <a:solidFill>
                      <a:srgbClr val="FFFFFF"/>
                    </a:solidFill>
                  </a:tcPr>
                </a:tc>
                <a:tc>
                  <a:txBody>
                    <a:bodyPr/>
                    <a:lstStyle/>
                    <a:p>
                      <a:pPr algn="l">
                        <a:buNone/>
                      </a:pPr>
                      <a:r>
                        <a:rPr sz="1763" b="0">
                          <a:solidFill>
                            <a:srgbClr val="222222"/>
                          </a:solidFill>
                          <a:latin typeface="Arial"/>
                          <a:ea typeface="Arial"/>
                          <a:cs typeface="Arial"/>
                        </a:rPr>
                        <a:t>First 32 X_harmony dimensions, z-scored</a:t>
                      </a:r>
                    </a:p>
                  </a:txBody>
                  <a:tcPr marL="91440" marR="91440" marT="45720" marB="45720" anchor="ctr">
                    <a:solidFill>
                      <a:srgbClr val="FFFFFF"/>
                    </a:solidFill>
                  </a:tcPr>
                </a:tc>
                <a:tc>
                  <a:txBody>
                    <a:bodyPr/>
                    <a:lstStyle/>
                    <a:p>
                      <a:pPr algn="l">
                        <a:buNone/>
                      </a:pPr>
                      <a:r>
                        <a:rPr sz="1763" b="0">
                          <a:solidFill>
                            <a:srgbClr val="222222"/>
                          </a:solidFill>
                          <a:latin typeface="Arial"/>
                          <a:ea typeface="Arial"/>
                          <a:cs typeface="Arial"/>
                        </a:rPr>
                        <a:t>Z: 3,508 × 32</a:t>
                      </a:r>
                    </a:p>
                  </a:txBody>
                  <a:tcPr marL="91440" marR="91440" marT="45720" marB="45720" anchor="ctr">
                    <a:solidFill>
                      <a:srgbClr val="FFFFFF"/>
                    </a:solidFill>
                  </a:tcPr>
                </a:tc>
              </a:tr>
              <a:tr h="579438">
                <a:tc>
                  <a:txBody>
                    <a:bodyPr/>
                    <a:lstStyle/>
                    <a:p>
                      <a:pPr algn="l">
                        <a:buNone/>
                      </a:pPr>
                      <a:r>
                        <a:rPr sz="1763" b="0">
                          <a:solidFill>
                            <a:srgbClr val="222222"/>
                          </a:solidFill>
                          <a:latin typeface="Arial"/>
                          <a:ea typeface="Arial"/>
                          <a:cs typeface="Arial"/>
                        </a:rPr>
                        <a:t>Supervised anchors</a:t>
                      </a:r>
                    </a:p>
                  </a:txBody>
                  <a:tcPr marL="91440" marR="91440" marT="45720" marB="45720" anchor="ctr">
                    <a:solidFill>
                      <a:srgbClr val="FFFFFF"/>
                    </a:solidFill>
                  </a:tcPr>
                </a:tc>
                <a:tc>
                  <a:txBody>
                    <a:bodyPr/>
                    <a:lstStyle/>
                    <a:p>
                      <a:pPr algn="l">
                        <a:buNone/>
                      </a:pPr>
                      <a:r>
                        <a:rPr sz="1763" b="0">
                          <a:solidFill>
                            <a:srgbClr val="222222"/>
                          </a:solidFill>
                          <a:latin typeface="Arial"/>
                          <a:ea typeface="Arial"/>
                          <a:cs typeface="Arial"/>
                        </a:rPr>
                        <a:t>Tumor = 1, Stroma = 0</a:t>
                      </a:r>
                    </a:p>
                  </a:txBody>
                  <a:tcPr marL="91440" marR="91440" marT="45720" marB="45720" anchor="ctr">
                    <a:solidFill>
                      <a:srgbClr val="FFFFFF"/>
                    </a:solidFill>
                  </a:tcPr>
                </a:tc>
                <a:tc>
                  <a:txBody>
                    <a:bodyPr/>
                    <a:lstStyle/>
                    <a:p>
                      <a:pPr algn="l">
                        <a:buNone/>
                      </a:pPr>
                      <a:r>
                        <a:rPr sz="1763" b="0">
                          <a:solidFill>
                            <a:srgbClr val="222222"/>
                          </a:solidFill>
                          <a:latin typeface="Arial"/>
                          <a:ea typeface="Arial"/>
                          <a:cs typeface="Arial"/>
                        </a:rPr>
                        <a:t>3,431 labelled spots</a:t>
                      </a:r>
                    </a:p>
                  </a:txBody>
                  <a:tcPr marL="91440" marR="91440" marT="45720" marB="45720" anchor="ctr">
                    <a:solidFill>
                      <a:srgbClr val="FFFFFF"/>
                    </a:solidFill>
                  </a:tcPr>
                </a:tc>
              </a:tr>
            </a:tbl>
          </a:graphicData>
        </a:graphic>
      </p:graphicFrame>
      <p:sp>
        <p:nvSpPr>
          <p:cNvPr id="39" name="Unlabelled spots still contribute to the grap">
            <a:extLst xmlns:a="http://schemas.openxmlformats.org/drawingml/2006/main">
              <a:ext uri="{FF2B5EF4-FFF2-40B4-BE49-F238E27FC236}">
                <a16:creationId xmlns:a16="http://schemas.microsoft.com/office/drawing/2014/main" id="{4089F100-FC1A-496D-9D34-73F399629D3E}"/>
              </a:ext>
            </a:extLst>
          </p:cNvPr>
          <p:cNvSpPr>
            <a:spLocks xmlns:a="http://schemas.openxmlformats.org/drawingml/2006/main" noGrp="1"/>
          </p:cNvSpPr>
          <p:nvPr/>
        </p:nvSpPr>
        <p:spPr>
          <a:xfrm xmlns:a="http://schemas.openxmlformats.org/drawingml/2006/main">
            <a:off x="752475" y="58197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0D4C82"/>
                </a:solidFill>
                <a:latin typeface="Arial"/>
                <a:ea typeface="Arial"/>
                <a:cs typeface="Arial"/>
              </a:defRPr>
            </a:pPr>
            <a:r>
              <a:rPr sz="1800" b="0">
                <a:solidFill>
                  <a:srgbClr val="0D4C82"/>
                </a:solidFill>
                <a:latin typeface="Arial"/>
                <a:ea typeface="Arial"/>
                <a:cs typeface="Arial"/>
              </a:rPr>
              <a:t>Unlabelled spots still contribute to the graph and the reconstruction terms.</a:t>
            </a:r>
          </a:p>
        </p:txBody>
      </p:sp>
    </p:spTree>
    <p:extLst>
      <p:ext uri="{BB962C8B-B14F-4D97-AF65-F5344CB8AC3E}">
        <p14:creationId xmlns:p14="http://schemas.microsoft.com/office/powerpoint/2010/main" val="620260012"/>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36" name="灯片编号占位符 18">
            <a:extLst xmlns:a="http://schemas.openxmlformats.org/drawingml/2006/main">
              <a:ext uri="{FF2B5EF4-FFF2-40B4-BE49-F238E27FC236}">
                <a16:creationId xmlns:a16="http://schemas.microsoft.com/office/drawing/2014/main" id="{B311809E-7174-EF81-2BDE-4FC1B4CF1C4C}"/>
              </a:ext>
            </a:extLst>
          </p:cNvPr>
          <p:cNvSpPr>
            <a:spLocks xmlns:a="http://schemas.openxmlformats.org/drawingml/2006/main" noGrp="1"/>
          </p:cNvSpPr>
          <p:nvPr/>
        </p:nvSpPr>
        <p:spPr>
          <a:xfrm xmlns:a="http://schemas.openxmlformats.org/drawingml/2006/main">
            <a:off x="9302750" y="6356350"/>
            <a:ext cx="2743200" cy="365125"/>
          </a:xfrm>
          <a:prstGeom xmlns:a="http://schemas.openxmlformats.org/drawingml/2006/main" prst="rect">
            <a:avLst/>
          </a:prstGeom>
        </p:spPr>
        <p:txBody>
          <a:bodyPr xmlns:a="http://schemas.openxmlformats.org/drawingml/2006/main">
            <a:noAutofit/>
          </a:bodyPr>
          <a:lstStyle xmlns:a="http://schemas.openxmlformats.org/drawingml/2006/main">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a:lstStyle>
          <a:p xmlns:a="http://schemas.openxmlformats.org/drawingml/2006/main">
            <a:pPr algn="r">
              <a:buNone/>
              <a:defRPr sz="1800">
                <a:solidFill>
                  <a:srgbClr val="000000"/>
                </a:solidFill>
                <a:latin typeface="Arial"/>
                <a:ea typeface="Arial"/>
                <a:cs typeface="Arial"/>
              </a:defRPr>
            </a:pPr>
            <a:fld id="{EA83FA91-883A-0168-8075-96CEB9DCA3C2}" type="slidenum">
              <a:rPr sz="1800">
                <a:solidFill>
                  <a:srgbClr val="000000"/>
                </a:solidFill>
                <a:latin typeface="Arial"/>
                <a:ea typeface="Arial"/>
                <a:cs typeface="Arial"/>
              </a:rPr>
              <a:t>15</a:t>
            </a:fld>
            <a:endParaRPr>
              <a:latin typeface="Arial"/>
              <a:ea typeface="Arial"/>
              <a:cs typeface="Arial"/>
            </a:endParaRPr>
          </a:p>
        </p:txBody>
      </p:sp>
      <p:sp>
        <p:nvSpPr>
          <p:cNvPr id="3" name="文本框 2">
            <a:extLst xmlns:a="http://schemas.openxmlformats.org/drawingml/2006/main">
              <a:ext uri="{FF2B5EF4-FFF2-40B4-BE49-F238E27FC236}">
                <a16:creationId xmlns:a16="http://schemas.microsoft.com/office/drawing/2014/main" id="{B7E2D4FF-A7FB-B832-04E8-442A96B4B142}"/>
              </a:ext>
            </a:extLst>
          </p:cNvPr>
          <p:cNvSpPr>
            <a:spLocks xmlns:a="http://schemas.openxmlformats.org/drawingml/2006/main" noGrp="1"/>
          </p:cNvSpPr>
          <p:nvPr/>
        </p:nvSpPr>
        <p:spPr>
          <a:xfrm xmlns:a="http://schemas.openxmlformats.org/drawingml/2006/main">
            <a:off x="657987" y="228600"/>
            <a:ext cx="10858500" cy="480060"/>
          </a:xfrm>
          <a:prstGeom xmlns:a="http://schemas.openxmlformats.org/drawingml/2006/main" prst="rect">
            <a:avLst/>
          </a:prstGeom>
          <a:noFill xmlns:a="http://schemas.openxmlformats.org/drawingml/2006/main"/>
        </p:spPr>
        <p:txBody>
          <a:bodyPr xmlns:a="http://schemas.openxmlformats.org/drawingml/2006/main" wrap="none" lIns="0" tIns="0" rIns="0" bIns="0">
            <a:noAutofit/>
          </a:bodyPr>
          <a:lstStyle xmlns:a="http://schemas.openxmlformats.org/drawingml/2006/main"/>
          <a:p xmlns:a="http://schemas.openxmlformats.org/drawingml/2006/main">
            <a:pPr defTabSz="914400">
              <a:buNone/>
              <a:defRPr sz="2550" b="1">
                <a:solidFill>
                  <a:srgbClr val="0D4C82"/>
                </a:solidFill>
                <a:latin typeface="Arial"/>
                <a:ea typeface="Arial"/>
                <a:cs typeface="Arial"/>
              </a:defRPr>
            </a:pPr>
            <a:r>
              <a:rPr sz="2550" b="1">
                <a:solidFill>
                  <a:srgbClr val="0D4C82"/>
                </a:solidFill>
                <a:latin typeface="Arial"/>
                <a:ea typeface="Arial"/>
                <a:cs typeface="Arial"/>
              </a:rPr>
              <a:t>SIGMA separates smooth structure from residual variation</a:t>
            </a:r>
            <a:endParaRPr sz="2400" b="1">
              <a:solidFill>
                <a:schemeClr val="bg2"/>
              </a:solidFill>
              <a:latin typeface="Arial"/>
              <a:ea typeface="Arial"/>
              <a:cs typeface="Arial"/>
            </a:endParaRPr>
          </a:p>
        </p:txBody>
      </p:sp>
      <p:sp>
        <p:nvSpPr>
          <p:cNvPr id="37" name="Gaussian diffusion">
            <a:extLst xmlns:a="http://schemas.openxmlformats.org/drawingml/2006/main">
              <a:ext uri="{FF2B5EF4-FFF2-40B4-BE49-F238E27FC236}">
                <a16:creationId xmlns:a16="http://schemas.microsoft.com/office/drawing/2014/main" id="{FCFE0139-FA2F-47A7-B4D9-4791BDA3D475}"/>
              </a:ext>
            </a:extLst>
          </p:cNvPr>
          <p:cNvSpPr>
            <a:spLocks xmlns:a="http://schemas.openxmlformats.org/drawingml/2006/main" noGrp="1"/>
          </p:cNvSpPr>
          <p:nvPr/>
        </p:nvSpPr>
        <p:spPr>
          <a:xfrm xmlns:a="http://schemas.openxmlformats.org/drawingml/2006/main">
            <a:off x="771525" y="1190625"/>
            <a:ext cx="10334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0D4C82"/>
                </a:solidFill>
                <a:latin typeface="Arial"/>
                <a:ea typeface="Arial"/>
                <a:cs typeface="Arial"/>
              </a:defRPr>
            </a:pPr>
            <a:r>
              <a:rPr sz="2250" b="1">
                <a:solidFill>
                  <a:srgbClr val="0D4C82"/>
                </a:solidFill>
                <a:latin typeface="Arial"/>
                <a:ea typeface="Arial"/>
                <a:cs typeface="Arial"/>
              </a:rPr>
              <a:t>Gaussian diffusion</a:t>
            </a:r>
          </a:p>
        </p:txBody>
      </p:sp>
      <p:sp>
        <p:nvSpPr>
          <p:cNvPr id="38" name="G starts at the MSI embedding E. At each iter">
            <a:extLst xmlns:a="http://schemas.openxmlformats.org/drawingml/2006/main">
              <a:ext uri="{FF2B5EF4-FFF2-40B4-BE49-F238E27FC236}">
                <a16:creationId xmlns:a16="http://schemas.microsoft.com/office/drawing/2014/main" id="{78D722BE-1ED2-4B79-A386-416CE12D8156}"/>
              </a:ext>
            </a:extLst>
          </p:cNvPr>
          <p:cNvSpPr>
            <a:spLocks xmlns:a="http://schemas.openxmlformats.org/drawingml/2006/main" noGrp="1"/>
          </p:cNvSpPr>
          <p:nvPr/>
        </p:nvSpPr>
        <p:spPr>
          <a:xfrm xmlns:a="http://schemas.openxmlformats.org/drawingml/2006/main">
            <a:off x="771525" y="1752600"/>
            <a:ext cx="106203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a:solidFill>
                  <a:srgbClr val="222222"/>
                </a:solidFill>
                <a:latin typeface="Arial"/>
                <a:ea typeface="Arial"/>
                <a:cs typeface="Arial"/>
              </a:defRPr>
            </a:pPr>
            <a:r>
              <a:rPr sz="2100" b="0">
                <a:solidFill>
                  <a:srgbClr val="222222"/>
                </a:solidFill>
                <a:latin typeface="Arial"/>
                <a:ea typeface="Arial"/>
                <a:cs typeface="Arial"/>
              </a:rPr>
              <a:t>G starts at the MSI embedding E. At each iteration, each spot combines</a:t>
            </a:r>
          </a:p>
          <a:p xmlns:a="http://schemas.openxmlformats.org/drawingml/2006/main">
            <a:pPr algn="l">
              <a:buNone/>
              <a:defRPr sz="2100" b="0">
                <a:solidFill>
                  <a:srgbClr val="222222"/>
                </a:solidFill>
                <a:latin typeface="Arial"/>
                <a:ea typeface="Arial"/>
                <a:cs typeface="Arial"/>
              </a:defRPr>
            </a:pPr>
            <a:r>
              <a:rPr sz="2100" b="0">
                <a:solidFill>
                  <a:srgbClr val="222222"/>
                </a:solidFill>
                <a:latin typeface="Arial"/>
                <a:ea typeface="Arial"/>
                <a:cs typeface="Arial"/>
              </a:rPr>
              <a:t>its Gaussian-weighted neighbor average with 10% of its original embedding.</a:t>
            </a:r>
          </a:p>
        </p:txBody>
      </p:sp>
      <p:sp>
        <p:nvSpPr>
          <p:cNvPr id="39" name="G_next = 0.9 × weighted_neighbor_mean(G) + 0.">
            <a:extLst xmlns:a="http://schemas.openxmlformats.org/drawingml/2006/main">
              <a:ext uri="{FF2B5EF4-FFF2-40B4-BE49-F238E27FC236}">
                <a16:creationId xmlns:a16="http://schemas.microsoft.com/office/drawing/2014/main" id="{D19D2765-2A33-4AB3-A776-C4C956D8B648}"/>
              </a:ext>
            </a:extLst>
          </p:cNvPr>
          <p:cNvSpPr>
            <a:spLocks xmlns:a="http://schemas.openxmlformats.org/drawingml/2006/main" noGrp="1"/>
          </p:cNvSpPr>
          <p:nvPr/>
        </p:nvSpPr>
        <p:spPr>
          <a:xfrm xmlns:a="http://schemas.openxmlformats.org/drawingml/2006/main">
            <a:off x="771525" y="31146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023160"/>
                </a:solidFill>
                <a:latin typeface="Arial"/>
                <a:ea typeface="Arial"/>
                <a:cs typeface="Arial"/>
              </a:defRPr>
            </a:pPr>
            <a:r>
              <a:rPr sz="2325" b="1">
                <a:solidFill>
                  <a:srgbClr val="023160"/>
                </a:solidFill>
                <a:latin typeface="Arial"/>
                <a:ea typeface="Arial"/>
                <a:cs typeface="Arial"/>
              </a:rPr>
              <a:t>G_next = 0.9 × weighted_neighbor_mean(G) + 0.1 × E</a:t>
            </a:r>
          </a:p>
        </p:txBody>
      </p:sp>
      <p:graphicFrame>
        <p:nvGraphicFramePr>
          <p:cNvPr id="48" name="表格 46"/>
          <p:cNvGraphicFramePr/>
          <p:nvPr/>
        </p:nvGraphicFramePr>
        <p:xfrm>
          <a:off xmlns:a="http://schemas.openxmlformats.org/drawingml/2006/main" x="771525" y="4105275"/>
          <a:ext xmlns:a="http://schemas.openxmlformats.org/drawingml/2006/main" cx="10648950" cy="1628775"/>
        </p:xfrm>
        <a:graphic xmlns:a="http://schemas.openxmlformats.org/drawingml/2006/main">
          <a:graphicData uri="http://schemas.openxmlformats.org/drawingml/2006/table">
            <a:tbl>
              <a:tblPr firstRow="1"/>
              <a:tblGrid>
                <a:gridCol w="5381625"/>
                <a:gridCol w="5267325"/>
              </a:tblGrid>
              <a:tr h="542925">
                <a:tc>
                  <a:txBody>
                    <a:bodyPr/>
                    <a:lstStyle/>
                    <a:p>
                      <a:pPr algn="l">
                        <a:buNone/>
                      </a:pPr>
                      <a:r>
                        <a:rPr sz="1950" b="1">
                          <a:solidFill>
                            <a:srgbClr val="FFFFFF"/>
                          </a:solidFill>
                          <a:latin typeface="Arial"/>
                          <a:ea typeface="Arial"/>
                          <a:cs typeface="Arial"/>
                        </a:rPr>
                        <a:t>After 10 diffusion steps</a:t>
                      </a:r>
                    </a:p>
                  </a:txBody>
                  <a:tcPr marL="91440" marR="91440" marT="45720" marB="45720" anchor="ctr">
                    <a:solidFill>
                      <a:srgbClr val="0D4C82"/>
                    </a:solidFill>
                  </a:tcPr>
                </a:tc>
                <a:tc>
                  <a:txBody>
                    <a:bodyPr/>
                    <a:lstStyle/>
                    <a:p>
                      <a:pPr algn="l">
                        <a:buNone/>
                      </a:pPr>
                      <a:r>
                        <a:rPr sz="1950" b="1">
                          <a:solidFill>
                            <a:srgbClr val="FFFFFF"/>
                          </a:solidFill>
                          <a:latin typeface="Arial"/>
                          <a:ea typeface="Arial"/>
                          <a:cs typeface="Arial"/>
                        </a:rPr>
                        <a:t>Training role</a:t>
                      </a:r>
                    </a:p>
                  </a:txBody>
                  <a:tcPr marL="91440" marR="91440" marT="45720" marB="45720" anchor="ctr">
                    <a:solidFill>
                      <a:srgbClr val="0D4C82"/>
                    </a:solidFill>
                  </a:tcPr>
                </a:tc>
              </a:tr>
              <a:tr h="542925">
                <a:tc>
                  <a:txBody>
                    <a:bodyPr/>
                    <a:lstStyle/>
                    <a:p>
                      <a:pPr algn="l">
                        <a:buNone/>
                      </a:pPr>
                      <a:r>
                        <a:rPr sz="1950" b="0">
                          <a:solidFill>
                            <a:srgbClr val="222222"/>
                          </a:solidFill>
                          <a:latin typeface="Arial"/>
                          <a:ea typeface="Arial"/>
                          <a:cs typeface="Arial"/>
                        </a:rPr>
                        <a:t>Smooth embedding G</a:t>
                      </a:r>
                    </a:p>
                  </a:txBody>
                  <a:tcPr marL="91440" marR="91440" marT="45720" marB="45720" anchor="ctr">
                    <a:solidFill>
                      <a:srgbClr val="FFFFFF"/>
                    </a:solidFill>
                  </a:tcPr>
                </a:tc>
                <a:tc>
                  <a:txBody>
                    <a:bodyPr/>
                    <a:lstStyle/>
                    <a:p>
                      <a:pPr algn="l">
                        <a:buNone/>
                      </a:pPr>
                      <a:r>
                        <a:rPr sz="1950" b="0">
                          <a:solidFill>
                            <a:srgbClr val="222222"/>
                          </a:solidFill>
                          <a:latin typeface="Arial"/>
                          <a:ea typeface="Arial"/>
                          <a:cs typeface="Arial"/>
                        </a:rPr>
                        <a:t>Input to the graph network</a:t>
                      </a:r>
                    </a:p>
                  </a:txBody>
                  <a:tcPr marL="91440" marR="91440" marT="45720" marB="45720" anchor="ctr">
                    <a:solidFill>
                      <a:srgbClr val="FFFFFF"/>
                    </a:solidFill>
                  </a:tcPr>
                </a:tc>
              </a:tr>
              <a:tr h="542925">
                <a:tc>
                  <a:txBody>
                    <a:bodyPr/>
                    <a:lstStyle/>
                    <a:p>
                      <a:pPr algn="l">
                        <a:buNone/>
                      </a:pPr>
                      <a:r>
                        <a:rPr sz="1950" b="0">
                          <a:solidFill>
                            <a:srgbClr val="222222"/>
                          </a:solidFill>
                          <a:latin typeface="Arial"/>
                          <a:ea typeface="Arial"/>
                          <a:cs typeface="Arial"/>
                        </a:rPr>
                        <a:t>Residual R = E − G</a:t>
                      </a:r>
                    </a:p>
                  </a:txBody>
                  <a:tcPr marL="91440" marR="91440" marT="45720" marB="45720" anchor="ctr">
                    <a:solidFill>
                      <a:srgbClr val="FFFFFF"/>
                    </a:solidFill>
                  </a:tcPr>
                </a:tc>
                <a:tc>
                  <a:txBody>
                    <a:bodyPr/>
                    <a:lstStyle/>
                    <a:p>
                      <a:pPr algn="l">
                        <a:buNone/>
                      </a:pPr>
                      <a:r>
                        <a:rPr sz="1950" b="0">
                          <a:solidFill>
                            <a:srgbClr val="222222"/>
                          </a:solidFill>
                          <a:latin typeface="Arial"/>
                          <a:ea typeface="Arial"/>
                          <a:cs typeface="Arial"/>
                        </a:rPr>
                        <a:t>MSI prediction target</a:t>
                      </a:r>
                    </a:p>
                  </a:txBody>
                  <a:tcPr marL="91440" marR="91440" marT="45720" marB="45720" anchor="ctr">
                    <a:solidFill>
                      <a:srgbClr val="FFFFFF"/>
                    </a:solidFill>
                  </a:tcPr>
                </a:tc>
              </a:tr>
            </a:tbl>
          </a:graphicData>
        </a:graphic>
      </p:graphicFrame>
      <p:sp>
        <p:nvSpPr>
          <p:cNvPr id="41" name="Kernel: exp(−distance² / (2σ²)). σ is the med">
            <a:extLst xmlns:a="http://schemas.openxmlformats.org/drawingml/2006/main">
              <a:ext uri="{FF2B5EF4-FFF2-40B4-BE49-F238E27FC236}">
                <a16:creationId xmlns:a16="http://schemas.microsoft.com/office/drawing/2014/main" id="{EF6A3D2A-3ADF-4DFB-950C-7D7991DCD59D}"/>
              </a:ext>
            </a:extLst>
          </p:cNvPr>
          <p:cNvSpPr>
            <a:spLocks xmlns:a="http://schemas.openxmlformats.org/drawingml/2006/main" noGrp="1"/>
          </p:cNvSpPr>
          <p:nvPr/>
        </p:nvSpPr>
        <p:spPr>
          <a:xfrm xmlns:a="http://schemas.openxmlformats.org/drawingml/2006/main">
            <a:off x="752475" y="6315075"/>
            <a:ext cx="10048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88" b="0">
                <a:solidFill>
                  <a:srgbClr val="666666"/>
                </a:solidFill>
                <a:latin typeface="Arial"/>
                <a:ea typeface="Arial"/>
                <a:cs typeface="Arial"/>
              </a:defRPr>
            </a:pPr>
            <a:r>
              <a:rPr sz="1088" b="0">
                <a:solidFill>
                  <a:srgbClr val="666666"/>
                </a:solidFill>
                <a:latin typeface="Arial"/>
                <a:ea typeface="Arial"/>
                <a:cs typeface="Arial"/>
              </a:rPr>
              <a:t>Kernel: exp(−distance² / (2σ²)). σ is the median positive neighbor distance.</a:t>
            </a:r>
          </a:p>
        </p:txBody>
      </p:sp>
    </p:spTree>
    <p:extLst>
      <p:ext uri="{BB962C8B-B14F-4D97-AF65-F5344CB8AC3E}">
        <p14:creationId xmlns:p14="http://schemas.microsoft.com/office/powerpoint/2010/main" val="620260013"/>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36" name="灯片编号占位符 18">
            <a:extLst xmlns:a="http://schemas.openxmlformats.org/drawingml/2006/main">
              <a:ext uri="{FF2B5EF4-FFF2-40B4-BE49-F238E27FC236}">
                <a16:creationId xmlns:a16="http://schemas.microsoft.com/office/drawing/2014/main" id="{B311809E-7174-EF81-2BDE-4FC1B4CF1C4C}"/>
              </a:ext>
            </a:extLst>
          </p:cNvPr>
          <p:cNvSpPr>
            <a:spLocks xmlns:a="http://schemas.openxmlformats.org/drawingml/2006/main" noGrp="1"/>
          </p:cNvSpPr>
          <p:nvPr/>
        </p:nvSpPr>
        <p:spPr>
          <a:xfrm xmlns:a="http://schemas.openxmlformats.org/drawingml/2006/main">
            <a:off x="9302750" y="6356350"/>
            <a:ext cx="2743200" cy="365125"/>
          </a:xfrm>
          <a:prstGeom xmlns:a="http://schemas.openxmlformats.org/drawingml/2006/main" prst="rect">
            <a:avLst/>
          </a:prstGeom>
        </p:spPr>
        <p:txBody>
          <a:bodyPr xmlns:a="http://schemas.openxmlformats.org/drawingml/2006/main">
            <a:noAutofit/>
          </a:bodyPr>
          <a:lstStyle xmlns:a="http://schemas.openxmlformats.org/drawingml/2006/main">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a:lstStyle>
          <a:p xmlns:a="http://schemas.openxmlformats.org/drawingml/2006/main">
            <a:pPr algn="r">
              <a:buNone/>
              <a:defRPr sz="1800">
                <a:solidFill>
                  <a:srgbClr val="000000"/>
                </a:solidFill>
                <a:latin typeface="Arial"/>
                <a:ea typeface="Arial"/>
                <a:cs typeface="Arial"/>
              </a:defRPr>
            </a:pPr>
            <a:fld id="{DC9C7607-4BA3-B4DC-A00F-2E67A9FCFF7E}" type="slidenum">
              <a:rPr sz="1800">
                <a:solidFill>
                  <a:srgbClr val="000000"/>
                </a:solidFill>
                <a:latin typeface="Arial"/>
                <a:ea typeface="Arial"/>
                <a:cs typeface="Arial"/>
              </a:rPr>
              <a:t>16</a:t>
            </a:fld>
            <a:endParaRPr>
              <a:latin typeface="Arial"/>
              <a:ea typeface="Arial"/>
              <a:cs typeface="Arial"/>
            </a:endParaRPr>
          </a:p>
        </p:txBody>
      </p:sp>
      <p:sp>
        <p:nvSpPr>
          <p:cNvPr id="3" name="文本框 2">
            <a:extLst xmlns:a="http://schemas.openxmlformats.org/drawingml/2006/main">
              <a:ext uri="{FF2B5EF4-FFF2-40B4-BE49-F238E27FC236}">
                <a16:creationId xmlns:a16="http://schemas.microsoft.com/office/drawing/2014/main" id="{B7E2D4FF-A7FB-B832-04E8-442A96B4B142}"/>
              </a:ext>
            </a:extLst>
          </p:cNvPr>
          <p:cNvSpPr>
            <a:spLocks xmlns:a="http://schemas.openxmlformats.org/drawingml/2006/main" noGrp="1"/>
          </p:cNvSpPr>
          <p:nvPr/>
        </p:nvSpPr>
        <p:spPr>
          <a:xfrm xmlns:a="http://schemas.openxmlformats.org/drawingml/2006/main">
            <a:off x="657987" y="228600"/>
            <a:ext cx="10858500" cy="480060"/>
          </a:xfrm>
          <a:prstGeom xmlns:a="http://schemas.openxmlformats.org/drawingml/2006/main" prst="rect">
            <a:avLst/>
          </a:prstGeom>
          <a:noFill xmlns:a="http://schemas.openxmlformats.org/drawingml/2006/main"/>
        </p:spPr>
        <p:txBody>
          <a:bodyPr xmlns:a="http://schemas.openxmlformats.org/drawingml/2006/main" wrap="none" lIns="0" tIns="0" rIns="0" bIns="0">
            <a:noAutofit/>
          </a:bodyPr>
          <a:lstStyle xmlns:a="http://schemas.openxmlformats.org/drawingml/2006/main"/>
          <a:p xmlns:a="http://schemas.openxmlformats.org/drawingml/2006/main">
            <a:pPr defTabSz="914400">
              <a:buNone/>
              <a:defRPr sz="2550" b="1">
                <a:solidFill>
                  <a:srgbClr val="0D4C82"/>
                </a:solidFill>
                <a:latin typeface="Arial"/>
                <a:ea typeface="Arial"/>
                <a:cs typeface="Arial"/>
              </a:defRPr>
            </a:pPr>
            <a:r>
              <a:rPr sz="2550" b="1">
                <a:solidFill>
                  <a:srgbClr val="0D4C82"/>
                </a:solidFill>
                <a:latin typeface="Arial"/>
                <a:ea typeface="Arial"/>
                <a:cs typeface="Arial"/>
              </a:rPr>
              <a:t>SIGMA network and training objective</a:t>
            </a:r>
            <a:endParaRPr sz="2400" b="1">
              <a:solidFill>
                <a:schemeClr val="bg2"/>
              </a:solidFill>
              <a:latin typeface="Arial"/>
              <a:ea typeface="Arial"/>
              <a:cs typeface="Arial"/>
            </a:endParaRPr>
          </a:p>
        </p:txBody>
      </p:sp>
      <p:graphicFrame>
        <p:nvGraphicFramePr>
          <p:cNvPr id="43" name="表格 41"/>
          <p:cNvGraphicFramePr/>
          <p:nvPr/>
        </p:nvGraphicFramePr>
        <p:xfrm>
          <a:off xmlns:a="http://schemas.openxmlformats.org/drawingml/2006/main" x="771525" y="1247775"/>
          <a:ext xmlns:a="http://schemas.openxmlformats.org/drawingml/2006/main" cx="10648950" cy="2838452"/>
        </p:xfrm>
        <a:graphic xmlns:a="http://schemas.openxmlformats.org/drawingml/2006/main">
          <a:graphicData uri="http://schemas.openxmlformats.org/drawingml/2006/table">
            <a:tbl>
              <a:tblPr firstRow="1"/>
              <a:tblGrid>
                <a:gridCol w="2571750"/>
                <a:gridCol w="1952625"/>
                <a:gridCol w="6124575"/>
              </a:tblGrid>
              <a:tr h="709613">
                <a:tc>
                  <a:txBody>
                    <a:bodyPr/>
                    <a:lstStyle/>
                    <a:p>
                      <a:pPr algn="l">
                        <a:buNone/>
                      </a:pPr>
                      <a:r>
                        <a:rPr sz="1838" b="1">
                          <a:solidFill>
                            <a:srgbClr val="FFFFFF"/>
                          </a:solidFill>
                          <a:latin typeface="Arial"/>
                          <a:ea typeface="Arial"/>
                          <a:cs typeface="Arial"/>
                        </a:rPr>
                        <a:t>Network stage</a:t>
                      </a:r>
                    </a:p>
                  </a:txBody>
                  <a:tcPr marL="91440" marR="91440" marT="45720" marB="45720" anchor="ctr">
                    <a:solidFill>
                      <a:srgbClr val="0D4C82"/>
                    </a:solidFill>
                  </a:tcPr>
                </a:tc>
                <a:tc>
                  <a:txBody>
                    <a:bodyPr/>
                    <a:lstStyle/>
                    <a:p>
                      <a:pPr algn="l">
                        <a:buNone/>
                      </a:pPr>
                      <a:r>
                        <a:rPr sz="1838" b="1">
                          <a:solidFill>
                            <a:srgbClr val="FFFFFF"/>
                          </a:solidFill>
                          <a:latin typeface="Arial"/>
                          <a:ea typeface="Arial"/>
                          <a:cs typeface="Arial"/>
                        </a:rPr>
                        <a:t>Dimensions</a:t>
                      </a:r>
                    </a:p>
                  </a:txBody>
                  <a:tcPr marL="91440" marR="91440" marT="45720" marB="45720" anchor="ctr">
                    <a:solidFill>
                      <a:srgbClr val="0D4C82"/>
                    </a:solidFill>
                  </a:tcPr>
                </a:tc>
                <a:tc>
                  <a:txBody>
                    <a:bodyPr/>
                    <a:lstStyle/>
                    <a:p>
                      <a:pPr algn="l">
                        <a:buNone/>
                      </a:pPr>
                      <a:r>
                        <a:rPr sz="1838" b="1">
                          <a:solidFill>
                            <a:srgbClr val="FFFFFF"/>
                          </a:solidFill>
                          <a:latin typeface="Arial"/>
                          <a:ea typeface="Arial"/>
                          <a:cs typeface="Arial"/>
                        </a:rPr>
                        <a:t>Operation</a:t>
                      </a:r>
                    </a:p>
                  </a:txBody>
                  <a:tcPr marL="91440" marR="91440" marT="45720" marB="45720" anchor="ctr">
                    <a:solidFill>
                      <a:srgbClr val="0D4C82"/>
                    </a:solidFill>
                  </a:tcPr>
                </a:tc>
              </a:tr>
              <a:tr h="709613">
                <a:tc>
                  <a:txBody>
                    <a:bodyPr/>
                    <a:lstStyle/>
                    <a:p>
                      <a:pPr algn="l">
                        <a:buNone/>
                      </a:pPr>
                      <a:r>
                        <a:rPr sz="1838" b="0">
                          <a:solidFill>
                            <a:srgbClr val="222222"/>
                          </a:solidFill>
                          <a:latin typeface="Arial"/>
                          <a:ea typeface="Arial"/>
                          <a:cs typeface="Arial"/>
                        </a:rPr>
                        <a:t>High-pass block 1</a:t>
                      </a:r>
                    </a:p>
                  </a:txBody>
                  <a:tcPr marL="91440" marR="91440" marT="45720" marB="45720" anchor="ctr">
                    <a:solidFill>
                      <a:srgbClr val="FFFFFF"/>
                    </a:solidFill>
                  </a:tcPr>
                </a:tc>
                <a:tc>
                  <a:txBody>
                    <a:bodyPr/>
                    <a:lstStyle/>
                    <a:p>
                      <a:pPr algn="l">
                        <a:buNone/>
                      </a:pPr>
                      <a:r>
                        <a:rPr sz="1838" b="0">
                          <a:solidFill>
                            <a:srgbClr val="222222"/>
                          </a:solidFill>
                          <a:latin typeface="Arial"/>
                          <a:ea typeface="Arial"/>
                          <a:cs typeface="Arial"/>
                        </a:rPr>
                        <a:t>64 to 128</a:t>
                      </a:r>
                    </a:p>
                  </a:txBody>
                  <a:tcPr marL="91440" marR="91440" marT="45720" marB="45720" anchor="ctr">
                    <a:solidFill>
                      <a:srgbClr val="FFFFFF"/>
                    </a:solidFill>
                  </a:tcPr>
                </a:tc>
                <a:tc>
                  <a:txBody>
                    <a:bodyPr/>
                    <a:lstStyle/>
                    <a:p>
                      <a:pPr algn="l">
                        <a:buNone/>
                      </a:pPr>
                      <a:r>
                        <a:rPr sz="1838" b="0">
                          <a:solidFill>
                            <a:srgbClr val="222222"/>
                          </a:solidFill>
                          <a:latin typeface="Arial"/>
                          <a:ea typeface="Arial"/>
                          <a:cs typeface="Arial"/>
                        </a:rPr>
                        <a:t>H − GraphLowPass(H), Linear, LayerNorm,</a:t>
                      </a:r>
                    </a:p>
                    <a:p>
                      <a:pPr algn="l">
                        <a:buNone/>
                      </a:pPr>
                      <a:r>
                        <a:rPr sz="1838" b="0">
                          <a:solidFill>
                            <a:srgbClr val="222222"/>
                          </a:solidFill>
                          <a:latin typeface="Arial"/>
                          <a:ea typeface="Arial"/>
                          <a:cs typeface="Arial"/>
                        </a:rPr>
                        <a:t>ReLU, Dropout</a:t>
                      </a:r>
                    </a:p>
                  </a:txBody>
                  <a:tcPr marL="91440" marR="91440" marT="45720" marB="45720" anchor="ctr">
                    <a:solidFill>
                      <a:srgbClr val="FFFFFF"/>
                    </a:solidFill>
                  </a:tcPr>
                </a:tc>
              </a:tr>
              <a:tr h="709613">
                <a:tc>
                  <a:txBody>
                    <a:bodyPr/>
                    <a:lstStyle/>
                    <a:p>
                      <a:pPr algn="l">
                        <a:buNone/>
                      </a:pPr>
                      <a:r>
                        <a:rPr sz="1838" b="0">
                          <a:solidFill>
                            <a:srgbClr val="222222"/>
                          </a:solidFill>
                          <a:latin typeface="Arial"/>
                          <a:ea typeface="Arial"/>
                          <a:cs typeface="Arial"/>
                        </a:rPr>
                        <a:t>High-pass block 2</a:t>
                      </a:r>
                    </a:p>
                  </a:txBody>
                  <a:tcPr marL="91440" marR="91440" marT="45720" marB="45720" anchor="ctr">
                    <a:solidFill>
                      <a:srgbClr val="FFFFFF"/>
                    </a:solidFill>
                  </a:tcPr>
                </a:tc>
                <a:tc>
                  <a:txBody>
                    <a:bodyPr/>
                    <a:lstStyle/>
                    <a:p>
                      <a:pPr algn="l">
                        <a:buNone/>
                      </a:pPr>
                      <a:r>
                        <a:rPr sz="1838" b="0">
                          <a:solidFill>
                            <a:srgbClr val="222222"/>
                          </a:solidFill>
                          <a:latin typeface="Arial"/>
                          <a:ea typeface="Arial"/>
                          <a:cs typeface="Arial"/>
                        </a:rPr>
                        <a:t>128 to 64</a:t>
                      </a:r>
                    </a:p>
                  </a:txBody>
                  <a:tcPr marL="91440" marR="91440" marT="45720" marB="45720" anchor="ctr">
                    <a:solidFill>
                      <a:srgbClr val="FFFFFF"/>
                    </a:solidFill>
                  </a:tcPr>
                </a:tc>
                <a:tc>
                  <a:txBody>
                    <a:bodyPr/>
                    <a:lstStyle/>
                    <a:p>
                      <a:pPr algn="l">
                        <a:buNone/>
                      </a:pPr>
                      <a:r>
                        <a:rPr sz="1838" b="0">
                          <a:solidFill>
                            <a:srgbClr val="222222"/>
                          </a:solidFill>
                          <a:latin typeface="Arial"/>
                          <a:ea typeface="Arial"/>
                          <a:cs typeface="Arial"/>
                        </a:rPr>
                        <a:t>Same operation, dropout = 0.1</a:t>
                      </a:r>
                    </a:p>
                  </a:txBody>
                  <a:tcPr marL="91440" marR="91440" marT="45720" marB="45720" anchor="ctr">
                    <a:solidFill>
                      <a:srgbClr val="FFFFFF"/>
                    </a:solidFill>
                  </a:tcPr>
                </a:tc>
              </a:tr>
              <a:tr h="709613">
                <a:tc>
                  <a:txBody>
                    <a:bodyPr/>
                    <a:lstStyle/>
                    <a:p>
                      <a:pPr algn="l">
                        <a:buNone/>
                      </a:pPr>
                      <a:r>
                        <a:rPr sz="1838" b="0">
                          <a:solidFill>
                            <a:srgbClr val="222222"/>
                          </a:solidFill>
                          <a:latin typeface="Arial"/>
                          <a:ea typeface="Arial"/>
                          <a:cs typeface="Arial"/>
                        </a:rPr>
                        <a:t>Output heads</a:t>
                      </a:r>
                    </a:p>
                  </a:txBody>
                  <a:tcPr marL="91440" marR="91440" marT="45720" marB="45720" anchor="ctr">
                    <a:solidFill>
                      <a:srgbClr val="FFFFFF"/>
                    </a:solidFill>
                  </a:tcPr>
                </a:tc>
                <a:tc>
                  <a:txBody>
                    <a:bodyPr/>
                    <a:lstStyle/>
                    <a:p>
                      <a:pPr algn="l">
                        <a:buNone/>
                      </a:pPr>
                      <a:r>
                        <a:rPr sz="1838" b="0">
                          <a:solidFill>
                            <a:srgbClr val="222222"/>
                          </a:solidFill>
                          <a:latin typeface="Arial"/>
                          <a:ea typeface="Arial"/>
                          <a:cs typeface="Arial"/>
                        </a:rPr>
                        <a:t>64, 32, 1</a:t>
                      </a:r>
                    </a:p>
                  </a:txBody>
                  <a:tcPr marL="91440" marR="91440" marT="45720" marB="45720" anchor="ctr">
                    <a:solidFill>
                      <a:srgbClr val="FFFFFF"/>
                    </a:solidFill>
                  </a:tcPr>
                </a:tc>
                <a:tc>
                  <a:txBody>
                    <a:bodyPr/>
                    <a:lstStyle/>
                    <a:p>
                      <a:pPr algn="l">
                        <a:buNone/>
                      </a:pPr>
                      <a:r>
                        <a:rPr sz="1838" b="0">
                          <a:solidFill>
                            <a:srgbClr val="222222"/>
                          </a:solidFill>
                          <a:latin typeface="Arial"/>
                          <a:ea typeface="Arial"/>
                          <a:cs typeface="Arial"/>
                        </a:rPr>
                        <a:t>MSI residual, RNA target, region logit</a:t>
                      </a:r>
                    </a:p>
                  </a:txBody>
                  <a:tcPr marL="91440" marR="91440" marT="45720" marB="45720" anchor="ctr">
                    <a:solidFill>
                      <a:srgbClr val="FFFFFF"/>
                    </a:solidFill>
                  </a:tcPr>
                </a:tc>
              </a:tr>
            </a:tbl>
          </a:graphicData>
        </a:graphic>
      </p:graphicFrame>
      <p:sp>
        <p:nvSpPr>
          <p:cNvPr id="38" name="Loss = SmoothL1(MSI residual) + 0.05 × weight">
            <a:extLst xmlns:a="http://schemas.openxmlformats.org/drawingml/2006/main">
              <a:ext uri="{FF2B5EF4-FFF2-40B4-BE49-F238E27FC236}">
                <a16:creationId xmlns:a16="http://schemas.microsoft.com/office/drawing/2014/main" id="{787B36DC-4A52-408B-B7D0-C403B706942F}"/>
              </a:ext>
            </a:extLst>
          </p:cNvPr>
          <p:cNvSpPr>
            <a:spLocks xmlns:a="http://schemas.openxmlformats.org/drawingml/2006/main" noGrp="1"/>
          </p:cNvSpPr>
          <p:nvPr/>
        </p:nvSpPr>
        <p:spPr>
          <a:xfrm xmlns:a="http://schemas.openxmlformats.org/drawingml/2006/main">
            <a:off x="771525" y="4467225"/>
            <a:ext cx="107156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023160"/>
                </a:solidFill>
                <a:latin typeface="Arial"/>
                <a:ea typeface="Arial"/>
                <a:cs typeface="Arial"/>
              </a:defRPr>
            </a:pPr>
            <a:r>
              <a:rPr sz="2175" b="1">
                <a:solidFill>
                  <a:srgbClr val="023160"/>
                </a:solidFill>
                <a:latin typeface="Arial"/>
                <a:ea typeface="Arial"/>
                <a:cs typeface="Arial"/>
              </a:rPr>
              <a:t>Loss = SmoothL1(MSI residual) + 0.05 × weighted BCE(anchors)</a:t>
            </a:r>
          </a:p>
          <a:p xmlns:a="http://schemas.openxmlformats.org/drawingml/2006/main">
            <a:pPr algn="l">
              <a:buNone/>
              <a:defRPr sz="2175" b="1">
                <a:solidFill>
                  <a:srgbClr val="023160"/>
                </a:solidFill>
                <a:latin typeface="Arial"/>
                <a:ea typeface="Arial"/>
                <a:cs typeface="Arial"/>
              </a:defRPr>
            </a:pPr>
            <a:r>
              <a:rPr sz="2175" b="1">
                <a:solidFill>
                  <a:srgbClr val="023160"/>
                </a:solidFill>
                <a:latin typeface="Arial"/>
                <a:ea typeface="Arial"/>
                <a:cs typeface="Arial"/>
              </a:rPr>
              <a:t>           + 0.05 × MSE(RNA target)</a:t>
            </a:r>
          </a:p>
        </p:txBody>
      </p:sp>
      <p:sp>
        <p:nvSpPr>
          <p:cNvPr id="39" name="Adam, learning rate 0.001, weight decay 0.000">
            <a:extLst xmlns:a="http://schemas.openxmlformats.org/drawingml/2006/main">
              <a:ext uri="{FF2B5EF4-FFF2-40B4-BE49-F238E27FC236}">
                <a16:creationId xmlns:a16="http://schemas.microsoft.com/office/drawing/2014/main" id="{2038F080-FCA6-492B-8E96-C47EBE88EEE1}"/>
              </a:ext>
            </a:extLst>
          </p:cNvPr>
          <p:cNvSpPr>
            <a:spLocks xmlns:a="http://schemas.openxmlformats.org/drawingml/2006/main" noGrp="1"/>
          </p:cNvSpPr>
          <p:nvPr/>
        </p:nvSpPr>
        <p:spPr>
          <a:xfrm xmlns:a="http://schemas.openxmlformats.org/drawingml/2006/main">
            <a:off x="752475" y="59531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0D4C82"/>
                </a:solidFill>
                <a:latin typeface="Arial"/>
                <a:ea typeface="Arial"/>
                <a:cs typeface="Arial"/>
              </a:defRPr>
            </a:pPr>
            <a:r>
              <a:rPr sz="1800" b="0">
                <a:solidFill>
                  <a:srgbClr val="0D4C82"/>
                </a:solidFill>
                <a:latin typeface="Arial"/>
                <a:ea typeface="Arial"/>
                <a:cs typeface="Arial"/>
              </a:rPr>
              <a:t>Adam, learning rate 0.001, weight decay 0.0001, 1,000 epochs.</a:t>
            </a:r>
          </a:p>
        </p:txBody>
      </p:sp>
    </p:spTree>
    <p:extLst>
      <p:ext uri="{BB962C8B-B14F-4D97-AF65-F5344CB8AC3E}">
        <p14:creationId xmlns:p14="http://schemas.microsoft.com/office/powerpoint/2010/main" val="62026001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36" name="灯片编号占位符 18">
            <a:extLst xmlns:a="http://schemas.openxmlformats.org/drawingml/2006/main">
              <a:ext uri="{FF2B5EF4-FFF2-40B4-BE49-F238E27FC236}">
                <a16:creationId xmlns:a16="http://schemas.microsoft.com/office/drawing/2014/main" id="{B311809E-7174-EF81-2BDE-4FC1B4CF1C4C}"/>
              </a:ext>
            </a:extLst>
          </p:cNvPr>
          <p:cNvSpPr>
            <a:spLocks xmlns:a="http://schemas.openxmlformats.org/drawingml/2006/main" noGrp="1"/>
          </p:cNvSpPr>
          <p:nvPr/>
        </p:nvSpPr>
        <p:spPr>
          <a:xfrm xmlns:a="http://schemas.openxmlformats.org/drawingml/2006/main">
            <a:off x="9302750" y="6356350"/>
            <a:ext cx="2743200" cy="365125"/>
          </a:xfrm>
          <a:prstGeom xmlns:a="http://schemas.openxmlformats.org/drawingml/2006/main" prst="rect">
            <a:avLst/>
          </a:prstGeom>
        </p:spPr>
        <p:txBody>
          <a:bodyPr xmlns:a="http://schemas.openxmlformats.org/drawingml/2006/main">
            <a:noAutofit/>
          </a:bodyPr>
          <a:lstStyle xmlns:a="http://schemas.openxmlformats.org/drawingml/2006/main">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a:lstStyle>
          <a:p xmlns:a="http://schemas.openxmlformats.org/drawingml/2006/main">
            <a:pPr algn="r">
              <a:buNone/>
              <a:defRPr sz="1800">
                <a:solidFill>
                  <a:srgbClr val="000000"/>
                </a:solidFill>
                <a:latin typeface="Arial"/>
                <a:ea typeface="Arial"/>
                <a:cs typeface="Arial"/>
              </a:defRPr>
            </a:pPr>
            <a:fld id="{90F7333B-44AC-F7E9-D49D-FE92F45E0477}" type="slidenum">
              <a:rPr sz="1800">
                <a:solidFill>
                  <a:srgbClr val="000000"/>
                </a:solidFill>
                <a:latin typeface="Arial"/>
                <a:ea typeface="Arial"/>
                <a:cs typeface="Arial"/>
              </a:rPr>
              <a:t>17</a:t>
            </a:fld>
            <a:endParaRPr>
              <a:latin typeface="Arial"/>
              <a:ea typeface="Arial"/>
              <a:cs typeface="Arial"/>
            </a:endParaRPr>
          </a:p>
        </p:txBody>
      </p:sp>
      <p:sp>
        <p:nvSpPr>
          <p:cNvPr id="3" name="文本框 2">
            <a:extLst xmlns:a="http://schemas.openxmlformats.org/drawingml/2006/main">
              <a:ext uri="{FF2B5EF4-FFF2-40B4-BE49-F238E27FC236}">
                <a16:creationId xmlns:a16="http://schemas.microsoft.com/office/drawing/2014/main" id="{B7E2D4FF-A7FB-B832-04E8-442A96B4B142}"/>
              </a:ext>
            </a:extLst>
          </p:cNvPr>
          <p:cNvSpPr>
            <a:spLocks xmlns:a="http://schemas.openxmlformats.org/drawingml/2006/main" noGrp="1"/>
          </p:cNvSpPr>
          <p:nvPr/>
        </p:nvSpPr>
        <p:spPr>
          <a:xfrm xmlns:a="http://schemas.openxmlformats.org/drawingml/2006/main">
            <a:off x="657987" y="228600"/>
            <a:ext cx="10858500" cy="480060"/>
          </a:xfrm>
          <a:prstGeom xmlns:a="http://schemas.openxmlformats.org/drawingml/2006/main" prst="rect">
            <a:avLst/>
          </a:prstGeom>
          <a:noFill xmlns:a="http://schemas.openxmlformats.org/drawingml/2006/main"/>
        </p:spPr>
        <p:txBody>
          <a:bodyPr xmlns:a="http://schemas.openxmlformats.org/drawingml/2006/main" wrap="none" lIns="0" tIns="0" rIns="0" bIns="0">
            <a:noAutofit/>
          </a:bodyPr>
          <a:lstStyle xmlns:a="http://schemas.openxmlformats.org/drawingml/2006/main"/>
          <a:p xmlns:a="http://schemas.openxmlformats.org/drawingml/2006/main">
            <a:pPr defTabSz="914400">
              <a:buNone/>
              <a:defRPr sz="2550" b="1">
                <a:solidFill>
                  <a:srgbClr val="0D4C82"/>
                </a:solidFill>
                <a:latin typeface="Arial"/>
                <a:ea typeface="Arial"/>
                <a:cs typeface="Arial"/>
              </a:defRPr>
            </a:pPr>
            <a:r>
              <a:rPr sz="2550" b="1">
                <a:solidFill>
                  <a:srgbClr val="0D4C82"/>
                </a:solidFill>
                <a:latin typeface="Arial"/>
                <a:ea typeface="Arial"/>
                <a:cs typeface="Arial"/>
              </a:rPr>
              <a:t>SIGMA library call</a:t>
            </a:r>
            <a:endParaRPr sz="2400" b="1">
              <a:solidFill>
                <a:schemeClr val="bg2"/>
              </a:solidFill>
              <a:latin typeface="Arial"/>
              <a:ea typeface="Arial"/>
              <a:cs typeface="Arial"/>
            </a:endParaRPr>
          </a:p>
        </p:txBody>
      </p:sp>
      <p:sp>
        <p:nvSpPr>
          <p:cNvPr id="37" name="Notebook 02 imports the project’s source vers">
            <a:extLst xmlns:a="http://schemas.openxmlformats.org/drawingml/2006/main">
              <a:ext uri="{FF2B5EF4-FFF2-40B4-BE49-F238E27FC236}">
                <a16:creationId xmlns:a16="http://schemas.microsoft.com/office/drawing/2014/main" id="{49EA4D31-FDB9-4E46-8942-EDB01468C31A}"/>
              </a:ext>
            </a:extLst>
          </p:cNvPr>
          <p:cNvSpPr>
            <a:spLocks xmlns:a="http://schemas.openxmlformats.org/drawingml/2006/main" noGrp="1"/>
          </p:cNvSpPr>
          <p:nvPr/>
        </p:nvSpPr>
        <p:spPr>
          <a:xfrm xmlns:a="http://schemas.openxmlformats.org/drawingml/2006/main">
            <a:off x="752475" y="1000125"/>
            <a:ext cx="107156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222222"/>
                </a:solidFill>
                <a:latin typeface="Arial"/>
                <a:ea typeface="Arial"/>
                <a:cs typeface="Arial"/>
              </a:defRPr>
            </a:pPr>
            <a:r>
              <a:rPr sz="2025" b="0">
                <a:solidFill>
                  <a:srgbClr val="222222"/>
                </a:solidFill>
                <a:latin typeface="Arial"/>
                <a:ea typeface="Arial"/>
                <a:cs typeface="Arial"/>
              </a:rPr>
              <a:t>Notebook 02 imports the bundled original-protocol library</a:t>
            </a:r>
          </a:p>
        </p:txBody>
      </p:sp>
      <p:sp>
        <p:nvSpPr>
          <p:cNvPr id="38" name="SOURCE = ROOT / &quot;sigma_spatial_pypi_starter/s">
            <a:extLst xmlns:a="http://schemas.openxmlformats.org/drawingml/2006/main">
              <a:ext uri="{FF2B5EF4-FFF2-40B4-BE49-F238E27FC236}">
                <a16:creationId xmlns:a16="http://schemas.microsoft.com/office/drawing/2014/main" id="{733AEC25-0555-423D-82D6-C207DC86A67E}"/>
              </a:ext>
            </a:extLst>
          </p:cNvPr>
          <p:cNvSpPr>
            <a:spLocks xmlns:a="http://schemas.openxmlformats.org/drawingml/2006/main" noGrp="1"/>
          </p:cNvSpPr>
          <p:nvPr/>
        </p:nvSpPr>
        <p:spPr>
          <a:xfrm xmlns:a="http://schemas.openxmlformats.org/drawingml/2006/main">
            <a:off x="781050" y="1657350"/>
            <a:ext cx="10668000" cy="300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023160"/>
                </a:solidFill>
                <a:latin typeface="Arial"/>
                <a:ea typeface="Arial"/>
                <a:cs typeface="Arial"/>
              </a:defRPr>
            </a:pPr>
            <a:r>
              <a:rPr sz="1725" b="0">
                <a:solidFill>
                  <a:srgbClr val="023160"/>
                </a:solidFill>
                <a:latin typeface="Arial"/>
                <a:ea typeface="Arial"/>
                <a:cs typeface="Arial"/>
              </a:rPr>
              <a:t>SOURCE = HERE / "vendor/SIGMA/src"</a:t>
            </a:r>
          </a:p>
        </p:txBody>
      </p:sp>
      <p:sp>
        <p:nvSpPr>
          <p:cNvPr id="39" name="sys.path.insert(0, str(SOURCE))">
            <a:extLst xmlns:a="http://schemas.openxmlformats.org/drawingml/2006/main">
              <a:ext uri="{FF2B5EF4-FFF2-40B4-BE49-F238E27FC236}">
                <a16:creationId xmlns:a16="http://schemas.microsoft.com/office/drawing/2014/main" id="{4751B0B0-7039-46D4-85C8-3471C2A1D818}"/>
              </a:ext>
            </a:extLst>
          </p:cNvPr>
          <p:cNvSpPr>
            <a:spLocks xmlns:a="http://schemas.openxmlformats.org/drawingml/2006/main" noGrp="1"/>
          </p:cNvSpPr>
          <p:nvPr/>
        </p:nvSpPr>
        <p:spPr>
          <a:xfrm xmlns:a="http://schemas.openxmlformats.org/drawingml/2006/main">
            <a:off x="781050" y="1964055"/>
            <a:ext cx="10668000" cy="300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023160"/>
                </a:solidFill>
                <a:latin typeface="Arial"/>
                <a:ea typeface="Arial"/>
                <a:cs typeface="Arial"/>
              </a:defRPr>
            </a:pPr>
            <a:r>
              <a:rPr sz="1725" b="0">
                <a:solidFill>
                  <a:srgbClr val="023160"/>
                </a:solidFill>
                <a:latin typeface="Arial"/>
                <a:ea typeface="Arial"/>
                <a:cs typeface="Arial"/>
              </a:rPr>
              <a:t>sys.path.insert(0, str(SOURCE))</a:t>
            </a:r>
          </a:p>
        </p:txBody>
      </p:sp>
      <p:sp>
        <p:nvSpPr>
          <p:cNvPr id="40" name="import sigma_spatial as sigma">
            <a:extLst xmlns:a="http://schemas.openxmlformats.org/drawingml/2006/main">
              <a:ext uri="{FF2B5EF4-FFF2-40B4-BE49-F238E27FC236}">
                <a16:creationId xmlns:a16="http://schemas.microsoft.com/office/drawing/2014/main" id="{6ACC9596-658B-4738-94D4-DA94BCDE76B1}"/>
              </a:ext>
            </a:extLst>
          </p:cNvPr>
          <p:cNvSpPr>
            <a:spLocks xmlns:a="http://schemas.openxmlformats.org/drawingml/2006/main" noGrp="1"/>
          </p:cNvSpPr>
          <p:nvPr/>
        </p:nvSpPr>
        <p:spPr>
          <a:xfrm xmlns:a="http://schemas.openxmlformats.org/drawingml/2006/main">
            <a:off x="781050" y="2270760"/>
            <a:ext cx="10668000" cy="300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023160"/>
                </a:solidFill>
                <a:latin typeface="Arial"/>
                <a:ea typeface="Arial"/>
                <a:cs typeface="Arial"/>
              </a:defRPr>
            </a:pPr>
            <a:r>
              <a:rPr sz="1725" b="0">
                <a:solidFill>
                  <a:srgbClr val="023160"/>
                </a:solidFill>
                <a:latin typeface="Arial"/>
                <a:ea typeface="Arial"/>
                <a:cs typeface="Arial"/>
              </a:rPr>
              <a:t>import sigma_spatial as sigma</a:t>
            </a:r>
          </a:p>
        </p:txBody>
      </p:sp>
      <p:sp>
        <p:nvSpPr>
          <p:cNvPr id="41" name="assert sigma.__version__ == &quot;0.3.1&quot;">
            <a:extLst xmlns:a="http://schemas.openxmlformats.org/drawingml/2006/main">
              <a:ext uri="{FF2B5EF4-FFF2-40B4-BE49-F238E27FC236}">
                <a16:creationId xmlns:a16="http://schemas.microsoft.com/office/drawing/2014/main" id="{119DE421-1F57-4853-BBFF-998AAC276630}"/>
              </a:ext>
            </a:extLst>
          </p:cNvPr>
          <p:cNvSpPr>
            <a:spLocks xmlns:a="http://schemas.openxmlformats.org/drawingml/2006/main" noGrp="1"/>
          </p:cNvSpPr>
          <p:nvPr/>
        </p:nvSpPr>
        <p:spPr>
          <a:xfrm xmlns:a="http://schemas.openxmlformats.org/drawingml/2006/main">
            <a:off x="781050" y="2577465"/>
            <a:ext cx="10668000" cy="300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023160"/>
                </a:solidFill>
                <a:latin typeface="Arial"/>
                <a:ea typeface="Arial"/>
                <a:cs typeface="Arial"/>
              </a:defRPr>
            </a:pPr>
            <a:r>
              <a:rPr sz="1725" b="0">
                <a:solidFill>
                  <a:srgbClr val="023160"/>
                </a:solidFill>
                <a:latin typeface="Arial"/>
                <a:ea typeface="Arial"/>
                <a:cs typeface="Arial"/>
              </a:rPr>
              <a:t>assert sigma.__version__ == "0.3.1+bc515.original"</a:t>
            </a:r>
          </a:p>
        </p:txBody>
      </p:sp>
      <p:sp>
        <p:nvSpPr>
          <p:cNvPr id="42" name=" ">
            <a:extLst xmlns:a="http://schemas.openxmlformats.org/drawingml/2006/main">
              <a:ext uri="{FF2B5EF4-FFF2-40B4-BE49-F238E27FC236}">
                <a16:creationId xmlns:a16="http://schemas.microsoft.com/office/drawing/2014/main" id="{9A923F51-43E4-4ADE-A308-F19E0FC0D577}"/>
              </a:ext>
            </a:extLst>
          </p:cNvPr>
          <p:cNvSpPr>
            <a:spLocks xmlns:a="http://schemas.openxmlformats.org/drawingml/2006/main" noGrp="1"/>
          </p:cNvSpPr>
          <p:nvPr/>
        </p:nvSpPr>
        <p:spPr>
          <a:xfrm xmlns:a="http://schemas.openxmlformats.org/drawingml/2006/main">
            <a:off x="781050" y="2884170"/>
            <a:ext cx="10668000" cy="300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023160"/>
                </a:solidFill>
                <a:latin typeface="Arial"/>
                <a:ea typeface="Arial"/>
                <a:cs typeface="Arial"/>
              </a:defRPr>
            </a:pPr>
            <a:r>
              <a:rPr sz="1725" b="0">
                <a:solidFill>
                  <a:srgbClr val="023160"/>
                </a:solidFill>
                <a:latin typeface="Arial"/>
                <a:ea typeface="Arial"/>
                <a:cs typeface="Arial"/>
              </a:rPr>
              <a:t> </a:t>
            </a:r>
          </a:p>
        </p:txBody>
      </p:sp>
      <p:sp>
        <p:nvSpPr>
          <p:cNvPr id="43" name="estimator = sigma.SIGMA(n_components=64, k=15">
            <a:extLst xmlns:a="http://schemas.openxmlformats.org/drawingml/2006/main">
              <a:ext uri="{FF2B5EF4-FFF2-40B4-BE49-F238E27FC236}">
                <a16:creationId xmlns:a16="http://schemas.microsoft.com/office/drawing/2014/main" id="{98496FCE-4EE1-4469-BA65-A74FD8339410}"/>
              </a:ext>
            </a:extLst>
          </p:cNvPr>
          <p:cNvSpPr>
            <a:spLocks xmlns:a="http://schemas.openxmlformats.org/drawingml/2006/main" noGrp="1"/>
          </p:cNvSpPr>
          <p:nvPr/>
        </p:nvSpPr>
        <p:spPr>
          <a:xfrm xmlns:a="http://schemas.openxmlformats.org/drawingml/2006/main">
            <a:off x="781050" y="3190875"/>
            <a:ext cx="10668000" cy="300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023160"/>
                </a:solidFill>
                <a:latin typeface="Arial"/>
                <a:ea typeface="Arial"/>
                <a:cs typeface="Arial"/>
              </a:defRPr>
            </a:pPr>
            <a:r>
              <a:rPr sz="1725" b="0">
                <a:solidFill>
                  <a:srgbClr val="023160"/>
                </a:solidFill>
                <a:latin typeface="Arial"/>
                <a:ea typeface="Arial"/>
                <a:cs typeface="Arial"/>
              </a:rPr>
              <a:t>estimator = sigma.SIGMA(n_components=64, k=15, seed=0, device="cpu")</a:t>
            </a:r>
          </a:p>
        </p:txBody>
      </p:sp>
      <p:sp>
        <p:nvSpPr>
          <p:cNvPr id="44" name="estimator.fit(">
            <a:extLst xmlns:a="http://schemas.openxmlformats.org/drawingml/2006/main">
              <a:ext uri="{FF2B5EF4-FFF2-40B4-BE49-F238E27FC236}">
                <a16:creationId xmlns:a16="http://schemas.microsoft.com/office/drawing/2014/main" id="{D8491F06-4003-4328-AC99-B3E7F6BFB30C}"/>
              </a:ext>
            </a:extLst>
          </p:cNvPr>
          <p:cNvSpPr>
            <a:spLocks xmlns:a="http://schemas.openxmlformats.org/drawingml/2006/main" noGrp="1"/>
          </p:cNvSpPr>
          <p:nvPr/>
        </p:nvSpPr>
        <p:spPr>
          <a:xfrm xmlns:a="http://schemas.openxmlformats.org/drawingml/2006/main">
            <a:off x="781050" y="3497580"/>
            <a:ext cx="10668000" cy="300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023160"/>
                </a:solidFill>
                <a:latin typeface="Arial"/>
                <a:ea typeface="Arial"/>
                <a:cs typeface="Arial"/>
              </a:defRPr>
            </a:pPr>
            <a:r>
              <a:rPr sz="1725" b="0">
                <a:solidFill>
                  <a:srgbClr val="023160"/>
                </a:solidFill>
                <a:latin typeface="Arial"/>
                <a:ea typeface="Arial"/>
                <a:cs typeface="Arial"/>
              </a:rPr>
              <a:t>estimator.fit(</a:t>
            </a:r>
          </a:p>
        </p:txBody>
      </p:sp>
      <p:sp>
        <p:nvSpPr>
          <p:cNvPr id="45" name="adata, annotation_key=&quot;annotation&quot;,">
            <a:extLst xmlns:a="http://schemas.openxmlformats.org/drawingml/2006/main">
              <a:ext uri="{FF2B5EF4-FFF2-40B4-BE49-F238E27FC236}">
                <a16:creationId xmlns:a16="http://schemas.microsoft.com/office/drawing/2014/main" id="{C955899E-5BAE-471D-BD09-4F81AD9AD52E}"/>
              </a:ext>
            </a:extLst>
          </p:cNvPr>
          <p:cNvSpPr>
            <a:spLocks xmlns:a="http://schemas.openxmlformats.org/drawingml/2006/main" noGrp="1"/>
          </p:cNvSpPr>
          <p:nvPr/>
        </p:nvSpPr>
        <p:spPr>
          <a:xfrm xmlns:a="http://schemas.openxmlformats.org/drawingml/2006/main">
            <a:off x="1087755" y="3804285"/>
            <a:ext cx="10361295" cy="300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023160"/>
                </a:solidFill>
                <a:latin typeface="Arial"/>
                <a:ea typeface="Arial"/>
                <a:cs typeface="Arial"/>
              </a:defRPr>
            </a:pPr>
            <a:r>
              <a:rPr sz="1725" b="0">
                <a:solidFill>
                  <a:srgbClr val="023160"/>
                </a:solidFill>
                <a:latin typeface="Arial"/>
                <a:ea typeface="Arial"/>
                <a:cs typeface="Arial"/>
              </a:rPr>
              <a:t>adata, annotation_key="annotation",</a:t>
            </a:r>
          </a:p>
        </p:txBody>
      </p:sp>
      <p:sp>
        <p:nvSpPr>
          <p:cNvPr id="46" name="tumor_label=&quot;Tumor&quot;, stroma_label=&quot;Stroma&quot;,">
            <a:extLst xmlns:a="http://schemas.openxmlformats.org/drawingml/2006/main">
              <a:ext uri="{FF2B5EF4-FFF2-40B4-BE49-F238E27FC236}">
                <a16:creationId xmlns:a16="http://schemas.microsoft.com/office/drawing/2014/main" id="{1E25F322-C668-4C30-8352-5D1CC7A03CA0}"/>
              </a:ext>
            </a:extLst>
          </p:cNvPr>
          <p:cNvSpPr>
            <a:spLocks xmlns:a="http://schemas.openxmlformats.org/drawingml/2006/main" noGrp="1"/>
          </p:cNvSpPr>
          <p:nvPr/>
        </p:nvSpPr>
        <p:spPr>
          <a:xfrm xmlns:a="http://schemas.openxmlformats.org/drawingml/2006/main">
            <a:off x="1087755" y="4110990"/>
            <a:ext cx="10361295" cy="300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023160"/>
                </a:solidFill>
                <a:latin typeface="Arial"/>
                <a:ea typeface="Arial"/>
                <a:cs typeface="Arial"/>
              </a:defRPr>
            </a:pPr>
            <a:r>
              <a:rPr sz="1725" b="0">
                <a:solidFill>
                  <a:srgbClr val="023160"/>
                </a:solidFill>
                <a:latin typeface="Arial"/>
                <a:ea typeface="Arial"/>
                <a:cs typeface="Arial"/>
              </a:rPr>
              <a:t>tumor_label="Tumor", stroma_label="Stroma",</a:t>
            </a:r>
          </a:p>
        </p:txBody>
      </p:sp>
      <p:sp>
        <p:nvSpPr>
          <p:cNvPr id="47" name="rna_key=&quot;X_harmony&quot;, z_dim=32,">
            <a:extLst xmlns:a="http://schemas.openxmlformats.org/drawingml/2006/main">
              <a:ext uri="{FF2B5EF4-FFF2-40B4-BE49-F238E27FC236}">
                <a16:creationId xmlns:a16="http://schemas.microsoft.com/office/drawing/2014/main" id="{7A2E708A-1B48-40F7-A321-57B6CC78A2E3}"/>
              </a:ext>
            </a:extLst>
          </p:cNvPr>
          <p:cNvSpPr>
            <a:spLocks xmlns:a="http://schemas.openxmlformats.org/drawingml/2006/main" noGrp="1"/>
          </p:cNvSpPr>
          <p:nvPr/>
        </p:nvSpPr>
        <p:spPr>
          <a:xfrm xmlns:a="http://schemas.openxmlformats.org/drawingml/2006/main">
            <a:off x="1087755" y="4417695"/>
            <a:ext cx="10361295" cy="300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023160"/>
                </a:solidFill>
                <a:latin typeface="Arial"/>
                <a:ea typeface="Arial"/>
                <a:cs typeface="Arial"/>
              </a:defRPr>
            </a:pPr>
            <a:r>
              <a:rPr sz="1725" b="0">
                <a:solidFill>
                  <a:srgbClr val="023160"/>
                </a:solidFill>
                <a:latin typeface="Arial"/>
                <a:ea typeface="Arial"/>
                <a:cs typeface="Arial"/>
              </a:rPr>
              <a:t>rna_key="X_harmony", z_dim=32,</a:t>
            </a:r>
          </a:p>
        </p:txBody>
      </p:sp>
      <p:sp>
        <p:nvSpPr>
          <p:cNvPr id="48" name="epochs=1000, lr=0.001, lambda_sup=0.05, beta_">
            <a:extLst xmlns:a="http://schemas.openxmlformats.org/drawingml/2006/main">
              <a:ext uri="{FF2B5EF4-FFF2-40B4-BE49-F238E27FC236}">
                <a16:creationId xmlns:a16="http://schemas.microsoft.com/office/drawing/2014/main" id="{676BE3FF-BFFB-4255-BAE1-AC8290EC9B5F}"/>
              </a:ext>
            </a:extLst>
          </p:cNvPr>
          <p:cNvSpPr>
            <a:spLocks xmlns:a="http://schemas.openxmlformats.org/drawingml/2006/main" noGrp="1"/>
          </p:cNvSpPr>
          <p:nvPr/>
        </p:nvSpPr>
        <p:spPr>
          <a:xfrm xmlns:a="http://schemas.openxmlformats.org/drawingml/2006/main">
            <a:off x="1087755" y="4724400"/>
            <a:ext cx="10361295" cy="300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023160"/>
                </a:solidFill>
                <a:latin typeface="Arial"/>
                <a:ea typeface="Arial"/>
                <a:cs typeface="Arial"/>
              </a:defRPr>
            </a:pPr>
            <a:r>
              <a:rPr sz="1725" b="0">
                <a:solidFill>
                  <a:srgbClr val="023160"/>
                </a:solidFill>
                <a:latin typeface="Arial"/>
                <a:ea typeface="Arial"/>
                <a:cs typeface="Arial"/>
              </a:rPr>
              <a:t>epochs=1000, lr=0.001, lambda_sup=0.05, beta_rna=0.05,</a:t>
            </a:r>
          </a:p>
        </p:txBody>
      </p:sp>
      <p:sp>
        <p:nvSpPr>
          <p:cNvPr id="49" name="boundary_k=10, boundary_mode=&quot;legacy&quot;,">
            <a:extLst xmlns:a="http://schemas.openxmlformats.org/drawingml/2006/main">
              <a:ext uri="{FF2B5EF4-FFF2-40B4-BE49-F238E27FC236}">
                <a16:creationId xmlns:a16="http://schemas.microsoft.com/office/drawing/2014/main" id="{5F8667EB-1173-4D1A-9C9B-DE33B62596A4}"/>
              </a:ext>
            </a:extLst>
          </p:cNvPr>
          <p:cNvSpPr>
            <a:spLocks xmlns:a="http://schemas.openxmlformats.org/drawingml/2006/main" noGrp="1"/>
          </p:cNvSpPr>
          <p:nvPr/>
        </p:nvSpPr>
        <p:spPr>
          <a:xfrm xmlns:a="http://schemas.openxmlformats.org/drawingml/2006/main">
            <a:off x="1087755" y="5031105"/>
            <a:ext cx="10361295" cy="300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023160"/>
                </a:solidFill>
                <a:latin typeface="Arial"/>
                <a:ea typeface="Arial"/>
                <a:cs typeface="Arial"/>
              </a:defRPr>
            </a:pPr>
            <a:r>
              <a:rPr sz="1725" b="0">
                <a:solidFill>
                  <a:srgbClr val="023160"/>
                </a:solidFill>
                <a:latin typeface="Arial"/>
                <a:ea typeface="Arial"/>
                <a:cs typeface="Arial"/>
              </a:rPr>
              <a:t>boundary_k=10, boundary_mode="legacy",</a:t>
            </a:r>
          </a:p>
        </p:txBody>
      </p:sp>
      <p:sp>
        <p:nvSpPr>
          <p:cNvPr id="50" name=")">
            <a:extLst xmlns:a="http://schemas.openxmlformats.org/drawingml/2006/main">
              <a:ext uri="{FF2B5EF4-FFF2-40B4-BE49-F238E27FC236}">
                <a16:creationId xmlns:a16="http://schemas.microsoft.com/office/drawing/2014/main" id="{024B93EC-7073-413D-A260-1CBE50F2A6C0}"/>
              </a:ext>
            </a:extLst>
          </p:cNvPr>
          <p:cNvSpPr>
            <a:spLocks xmlns:a="http://schemas.openxmlformats.org/drawingml/2006/main" noGrp="1"/>
          </p:cNvSpPr>
          <p:nvPr/>
        </p:nvSpPr>
        <p:spPr>
          <a:xfrm xmlns:a="http://schemas.openxmlformats.org/drawingml/2006/main">
            <a:off x="781050" y="5337810"/>
            <a:ext cx="10668000" cy="300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023160"/>
                </a:solidFill>
                <a:latin typeface="Arial"/>
                <a:ea typeface="Arial"/>
                <a:cs typeface="Arial"/>
              </a:defRPr>
            </a:pPr>
            <a:r>
              <a:rPr sz="1725" b="0">
                <a:solidFill>
                  <a:srgbClr val="023160"/>
                </a:solidFill>
                <a:latin typeface="Arial"/>
                <a:ea typeface="Arial"/>
                <a:cs typeface="Arial"/>
              </a:rPr>
              <a:t>)</a:t>
            </a:r>
          </a:p>
        </p:txBody>
      </p:sp>
      <p:sp>
        <p:nvSpPr>
          <p:cNvPr id="51" name="A fresh kernel ensures that the selected sour">
            <a:extLst xmlns:a="http://schemas.openxmlformats.org/drawingml/2006/main">
              <a:ext uri="{FF2B5EF4-FFF2-40B4-BE49-F238E27FC236}">
                <a16:creationId xmlns:a16="http://schemas.microsoft.com/office/drawing/2014/main" id="{56727E99-42E6-48D9-8780-995B17FF9CCB}"/>
              </a:ext>
            </a:extLst>
          </p:cNvPr>
          <p:cNvSpPr>
            <a:spLocks xmlns:a="http://schemas.openxmlformats.org/drawingml/2006/main" noGrp="1"/>
          </p:cNvSpPr>
          <p:nvPr/>
        </p:nvSpPr>
        <p:spPr>
          <a:xfrm xmlns:a="http://schemas.openxmlformats.org/drawingml/2006/main">
            <a:off x="752475" y="59817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0D4C82"/>
                </a:solidFill>
                <a:latin typeface="Arial"/>
                <a:ea typeface="Arial"/>
                <a:cs typeface="Arial"/>
              </a:defRPr>
            </a:pPr>
            <a:r>
              <a:rPr sz="1800" b="0">
                <a:solidFill>
                  <a:srgbClr val="0D4C82"/>
                </a:solidFill>
                <a:latin typeface="Arial"/>
                <a:ea typeface="Arial"/>
                <a:cs typeface="Arial"/>
              </a:rPr>
              <a:t>The bundled compatibility changes preserve the original BC-515 computation.</a:t>
            </a:r>
          </a:p>
        </p:txBody>
      </p:sp>
    </p:spTree>
    <p:extLst>
      <p:ext uri="{BB962C8B-B14F-4D97-AF65-F5344CB8AC3E}">
        <p14:creationId xmlns:p14="http://schemas.microsoft.com/office/powerpoint/2010/main" val="62026001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36" name="灯片编号占位符 18">
            <a:extLst xmlns:a="http://schemas.openxmlformats.org/drawingml/2006/main">
              <a:ext uri="{FF2B5EF4-FFF2-40B4-BE49-F238E27FC236}">
                <a16:creationId xmlns:a16="http://schemas.microsoft.com/office/drawing/2014/main" id="{B311809E-7174-EF81-2BDE-4FC1B4CF1C4C}"/>
              </a:ext>
            </a:extLst>
          </p:cNvPr>
          <p:cNvSpPr>
            <a:spLocks xmlns:a="http://schemas.openxmlformats.org/drawingml/2006/main" noGrp="1"/>
          </p:cNvSpPr>
          <p:nvPr/>
        </p:nvSpPr>
        <p:spPr>
          <a:xfrm xmlns:a="http://schemas.openxmlformats.org/drawingml/2006/main">
            <a:off x="9302750" y="6356350"/>
            <a:ext cx="2743200" cy="365125"/>
          </a:xfrm>
          <a:prstGeom xmlns:a="http://schemas.openxmlformats.org/drawingml/2006/main" prst="rect">
            <a:avLst/>
          </a:prstGeom>
        </p:spPr>
        <p:txBody>
          <a:bodyPr xmlns:a="http://schemas.openxmlformats.org/drawingml/2006/main">
            <a:noAutofit/>
          </a:bodyPr>
          <a:lstStyle xmlns:a="http://schemas.openxmlformats.org/drawingml/2006/main">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a:lstStyle>
          <a:p xmlns:a="http://schemas.openxmlformats.org/drawingml/2006/main">
            <a:pPr algn="r">
              <a:buNone/>
              <a:defRPr sz="1800">
                <a:solidFill>
                  <a:srgbClr val="000000"/>
                </a:solidFill>
                <a:latin typeface="Arial"/>
                <a:ea typeface="Arial"/>
                <a:cs typeface="Arial"/>
              </a:defRPr>
            </a:pPr>
            <a:fld id="{B1C6C81E-38B9-7560-621D-5A151A79DF9B}" type="slidenum">
              <a:rPr sz="1800">
                <a:solidFill>
                  <a:srgbClr val="000000"/>
                </a:solidFill>
                <a:latin typeface="Arial"/>
                <a:ea typeface="Arial"/>
                <a:cs typeface="Arial"/>
              </a:rPr>
              <a:t>18</a:t>
            </a:fld>
            <a:endParaRPr>
              <a:latin typeface="Arial"/>
              <a:ea typeface="Arial"/>
              <a:cs typeface="Arial"/>
            </a:endParaRPr>
          </a:p>
        </p:txBody>
      </p:sp>
      <p:sp>
        <p:nvSpPr>
          <p:cNvPr id="3" name="文本框 2">
            <a:extLst xmlns:a="http://schemas.openxmlformats.org/drawingml/2006/main">
              <a:ext uri="{FF2B5EF4-FFF2-40B4-BE49-F238E27FC236}">
                <a16:creationId xmlns:a16="http://schemas.microsoft.com/office/drawing/2014/main" id="{B7E2D4FF-A7FB-B832-04E8-442A96B4B142}"/>
              </a:ext>
            </a:extLst>
          </p:cNvPr>
          <p:cNvSpPr>
            <a:spLocks xmlns:a="http://schemas.openxmlformats.org/drawingml/2006/main" noGrp="1"/>
          </p:cNvSpPr>
          <p:nvPr/>
        </p:nvSpPr>
        <p:spPr>
          <a:xfrm xmlns:a="http://schemas.openxmlformats.org/drawingml/2006/main">
            <a:off x="657987" y="228600"/>
            <a:ext cx="10858500" cy="480060"/>
          </a:xfrm>
          <a:prstGeom xmlns:a="http://schemas.openxmlformats.org/drawingml/2006/main" prst="rect">
            <a:avLst/>
          </a:prstGeom>
          <a:noFill xmlns:a="http://schemas.openxmlformats.org/drawingml/2006/main"/>
        </p:spPr>
        <p:txBody>
          <a:bodyPr xmlns:a="http://schemas.openxmlformats.org/drawingml/2006/main" wrap="none" lIns="0" tIns="0" rIns="0" bIns="0">
            <a:noAutofit/>
          </a:bodyPr>
          <a:lstStyle xmlns:a="http://schemas.openxmlformats.org/drawingml/2006/main"/>
          <a:p xmlns:a="http://schemas.openxmlformats.org/drawingml/2006/main">
            <a:pPr defTabSz="914400">
              <a:buNone/>
              <a:defRPr sz="2550" b="1">
                <a:solidFill>
                  <a:srgbClr val="0D4C82"/>
                </a:solidFill>
                <a:latin typeface="Arial"/>
                <a:ea typeface="Arial"/>
                <a:cs typeface="Arial"/>
              </a:defRPr>
            </a:pPr>
            <a:r>
              <a:rPr sz="2550" b="1">
                <a:solidFill>
                  <a:srgbClr val="0D4C82"/>
                </a:solidFill>
                <a:latin typeface="Arial"/>
                <a:ea typeface="Arial"/>
                <a:cs typeface="Arial"/>
              </a:rPr>
              <a:t>SIGMA region score, boundary and signed distance</a:t>
            </a:r>
            <a:endParaRPr sz="2400" b="1">
              <a:solidFill>
                <a:schemeClr val="bg2"/>
              </a:solidFill>
              <a:latin typeface="Arial"/>
              <a:ea typeface="Arial"/>
              <a:cs typeface="Arial"/>
            </a:endParaRPr>
          </a:p>
        </p:txBody>
      </p:sp>
      <p:sp>
        <p:nvSpPr>
          <p:cNvPr id="37" name="1. Region score">
            <a:extLst xmlns:a="http://schemas.openxmlformats.org/drawingml/2006/main">
              <a:ext uri="{FF2B5EF4-FFF2-40B4-BE49-F238E27FC236}">
                <a16:creationId xmlns:a16="http://schemas.microsoft.com/office/drawing/2014/main" id="{02207658-583D-4A79-AF0F-BA0E9D710B45}"/>
              </a:ext>
            </a:extLst>
          </p:cNvPr>
          <p:cNvSpPr>
            <a:spLocks xmlns:a="http://schemas.openxmlformats.org/drawingml/2006/main" noGrp="1"/>
          </p:cNvSpPr>
          <p:nvPr/>
        </p:nvSpPr>
        <p:spPr>
          <a:xfrm xmlns:a="http://schemas.openxmlformats.org/drawingml/2006/main">
            <a:off x="781050" y="1209675"/>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0D4C82"/>
                </a:solidFill>
                <a:latin typeface="Arial"/>
                <a:ea typeface="Arial"/>
                <a:cs typeface="Arial"/>
              </a:defRPr>
            </a:pPr>
            <a:r>
              <a:rPr sz="2100" b="1">
                <a:solidFill>
                  <a:srgbClr val="0D4C82"/>
                </a:solidFill>
                <a:latin typeface="Arial"/>
                <a:ea typeface="Arial"/>
                <a:cs typeface="Arial"/>
              </a:rPr>
              <a:t>1. Region score</a:t>
            </a:r>
          </a:p>
        </p:txBody>
      </p:sp>
      <p:sp>
        <p:nvSpPr>
          <p:cNvPr id="38" name="Apply sigmoid to the region logit, then&#10;resca">
            <a:extLst xmlns:a="http://schemas.openxmlformats.org/drawingml/2006/main">
              <a:ext uri="{FF2B5EF4-FFF2-40B4-BE49-F238E27FC236}">
                <a16:creationId xmlns:a16="http://schemas.microsoft.com/office/drawing/2014/main" id="{A7391183-D5B9-4D37-84CE-E74D4EDF1071}"/>
              </a:ext>
            </a:extLst>
          </p:cNvPr>
          <p:cNvSpPr>
            <a:spLocks xmlns:a="http://schemas.openxmlformats.org/drawingml/2006/main" noGrp="1"/>
          </p:cNvSpPr>
          <p:nvPr/>
        </p:nvSpPr>
        <p:spPr>
          <a:xfrm xmlns:a="http://schemas.openxmlformats.org/drawingml/2006/main">
            <a:off x="781050" y="1676400"/>
            <a:ext cx="1062037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222222"/>
                </a:solidFill>
                <a:latin typeface="Arial"/>
                <a:ea typeface="Arial"/>
                <a:cs typeface="Arial"/>
              </a:defRPr>
            </a:pPr>
            <a:r>
              <a:rPr sz="2025" b="0">
                <a:solidFill>
                  <a:srgbClr val="222222"/>
                </a:solidFill>
                <a:latin typeface="Arial"/>
                <a:ea typeface="Arial"/>
                <a:cs typeface="Arial"/>
              </a:rPr>
              <a:t>Apply sigmoid to the region logit, then</a:t>
            </a:r>
          </a:p>
          <a:p xmlns:a="http://schemas.openxmlformats.org/drawingml/2006/main">
            <a:pPr algn="l">
              <a:buNone/>
              <a:defRPr sz="2025" b="0">
                <a:solidFill>
                  <a:srgbClr val="222222"/>
                </a:solidFill>
                <a:latin typeface="Arial"/>
                <a:ea typeface="Arial"/>
                <a:cs typeface="Arial"/>
              </a:defRPr>
            </a:pPr>
            <a:r>
              <a:rPr sz="2025" b="0">
                <a:solidFill>
                  <a:srgbClr val="222222"/>
                </a:solidFill>
                <a:latin typeface="Arial"/>
                <a:ea typeface="Arial"/>
                <a:cs typeface="Arial"/>
              </a:rPr>
              <a:t>rescale the scores to 0–1 within BC-515.</a:t>
            </a:r>
          </a:p>
        </p:txBody>
      </p:sp>
      <p:sp>
        <p:nvSpPr>
          <p:cNvPr id="39" name="2. Inside and boundary">
            <a:extLst xmlns:a="http://schemas.openxmlformats.org/drawingml/2006/main">
              <a:ext uri="{FF2B5EF4-FFF2-40B4-BE49-F238E27FC236}">
                <a16:creationId xmlns:a16="http://schemas.microsoft.com/office/drawing/2014/main" id="{93D384AD-2B28-4E73-8853-0A1F36BCBE21}"/>
              </a:ext>
            </a:extLst>
          </p:cNvPr>
          <p:cNvSpPr>
            <a:spLocks xmlns:a="http://schemas.openxmlformats.org/drawingml/2006/main" noGrp="1"/>
          </p:cNvSpPr>
          <p:nvPr/>
        </p:nvSpPr>
        <p:spPr>
          <a:xfrm xmlns:a="http://schemas.openxmlformats.org/drawingml/2006/main">
            <a:off x="781050" y="2800350"/>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0D4C82"/>
                </a:solidFill>
                <a:latin typeface="Arial"/>
                <a:ea typeface="Arial"/>
                <a:cs typeface="Arial"/>
              </a:defRPr>
            </a:pPr>
            <a:r>
              <a:rPr sz="2100" b="1">
                <a:solidFill>
                  <a:srgbClr val="0D4C82"/>
                </a:solidFill>
                <a:latin typeface="Arial"/>
                <a:ea typeface="Arial"/>
                <a:cs typeface="Arial"/>
              </a:rPr>
              <a:t>2. Inside and boundary</a:t>
            </a:r>
          </a:p>
        </p:txBody>
      </p:sp>
      <p:sp>
        <p:nvSpPr>
          <p:cNvPr id="40" name="Inside means score ≥ 0.5. In legacy mode, a b">
            <a:extLst xmlns:a="http://schemas.openxmlformats.org/drawingml/2006/main">
              <a:ext uri="{FF2B5EF4-FFF2-40B4-BE49-F238E27FC236}">
                <a16:creationId xmlns:a16="http://schemas.microsoft.com/office/drawing/2014/main" id="{8D653238-ED78-4049-B921-ED26CA4DE130}"/>
              </a:ext>
            </a:extLst>
          </p:cNvPr>
          <p:cNvSpPr>
            <a:spLocks xmlns:a="http://schemas.openxmlformats.org/drawingml/2006/main" noGrp="1"/>
          </p:cNvSpPr>
          <p:nvPr/>
        </p:nvSpPr>
        <p:spPr>
          <a:xfrm xmlns:a="http://schemas.openxmlformats.org/drawingml/2006/main">
            <a:off x="781050" y="3267075"/>
            <a:ext cx="1062037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222222"/>
                </a:solidFill>
                <a:latin typeface="Arial"/>
                <a:ea typeface="Arial"/>
                <a:cs typeface="Arial"/>
              </a:defRPr>
            </a:pPr>
            <a:r>
              <a:rPr sz="2025" b="0">
                <a:solidFill>
                  <a:srgbClr val="222222"/>
                </a:solidFill>
                <a:latin typeface="Arial"/>
                <a:ea typeface="Arial"/>
                <a:cs typeface="Arial"/>
              </a:rPr>
              <a:t>Inside means score ≥ 0.5. In legacy mode, a boundary spot has</a:t>
            </a:r>
          </a:p>
          <a:p xmlns:a="http://schemas.openxmlformats.org/drawingml/2006/main">
            <a:pPr algn="l">
              <a:buNone/>
              <a:defRPr sz="2025" b="0">
                <a:solidFill>
                  <a:srgbClr val="222222"/>
                </a:solidFill>
                <a:latin typeface="Arial"/>
                <a:ea typeface="Arial"/>
                <a:cs typeface="Arial"/>
              </a:defRPr>
            </a:pPr>
            <a:r>
              <a:rPr sz="2025" b="0">
                <a:solidFill>
                  <a:srgbClr val="222222"/>
                </a:solidFill>
                <a:latin typeface="Arial"/>
                <a:ea typeface="Arial"/>
                <a:cs typeface="Arial"/>
              </a:rPr>
              <a:t>both same-side and opposite-side spots among its 10 neighbors.</a:t>
            </a:r>
          </a:p>
        </p:txBody>
      </p:sp>
      <p:sp>
        <p:nvSpPr>
          <p:cNvPr id="41" name="3. Signed distance">
            <a:extLst xmlns:a="http://schemas.openxmlformats.org/drawingml/2006/main">
              <a:ext uri="{FF2B5EF4-FFF2-40B4-BE49-F238E27FC236}">
                <a16:creationId xmlns:a16="http://schemas.microsoft.com/office/drawing/2014/main" id="{DA4FF08C-9116-41B7-8B99-D63A257FDFE2}"/>
              </a:ext>
            </a:extLst>
          </p:cNvPr>
          <p:cNvSpPr>
            <a:spLocks xmlns:a="http://schemas.openxmlformats.org/drawingml/2006/main" noGrp="1"/>
          </p:cNvSpPr>
          <p:nvPr/>
        </p:nvSpPr>
        <p:spPr>
          <a:xfrm xmlns:a="http://schemas.openxmlformats.org/drawingml/2006/main">
            <a:off x="781050" y="4438650"/>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0D4C82"/>
                </a:solidFill>
                <a:latin typeface="Arial"/>
                <a:ea typeface="Arial"/>
                <a:cs typeface="Arial"/>
              </a:defRPr>
            </a:pPr>
            <a:r>
              <a:rPr sz="2100" b="1">
                <a:solidFill>
                  <a:srgbClr val="0D4C82"/>
                </a:solidFill>
                <a:latin typeface="Arial"/>
                <a:ea typeface="Arial"/>
                <a:cs typeface="Arial"/>
              </a:rPr>
              <a:t>3. Signed distance</a:t>
            </a:r>
          </a:p>
        </p:txBody>
      </p:sp>
      <p:sp>
        <p:nvSpPr>
          <p:cNvPr id="42" name="Distance to the nearest boundary spot is nega">
            <a:extLst xmlns:a="http://schemas.openxmlformats.org/drawingml/2006/main">
              <a:ext uri="{FF2B5EF4-FFF2-40B4-BE49-F238E27FC236}">
                <a16:creationId xmlns:a16="http://schemas.microsoft.com/office/drawing/2014/main" id="{46E2E2DA-C73B-4B9A-B01F-0ADB038B6717}"/>
              </a:ext>
            </a:extLst>
          </p:cNvPr>
          <p:cNvSpPr>
            <a:spLocks xmlns:a="http://schemas.openxmlformats.org/drawingml/2006/main" noGrp="1"/>
          </p:cNvSpPr>
          <p:nvPr/>
        </p:nvSpPr>
        <p:spPr>
          <a:xfrm xmlns:a="http://schemas.openxmlformats.org/drawingml/2006/main">
            <a:off x="781050" y="4905375"/>
            <a:ext cx="1062037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222222"/>
                </a:solidFill>
                <a:latin typeface="Arial"/>
                <a:ea typeface="Arial"/>
                <a:cs typeface="Arial"/>
              </a:defRPr>
            </a:pPr>
            <a:r>
              <a:rPr sz="2025" b="0">
                <a:solidFill>
                  <a:srgbClr val="222222"/>
                </a:solidFill>
                <a:latin typeface="Arial"/>
                <a:ea typeface="Arial"/>
                <a:cs typeface="Arial"/>
              </a:rPr>
              <a:t>Distance to the nearest boundary spot is negative inside</a:t>
            </a:r>
          </a:p>
          <a:p xmlns:a="http://schemas.openxmlformats.org/drawingml/2006/main">
            <a:pPr algn="l">
              <a:buNone/>
              <a:defRPr sz="2025" b="0">
                <a:solidFill>
                  <a:srgbClr val="222222"/>
                </a:solidFill>
                <a:latin typeface="Arial"/>
                <a:ea typeface="Arial"/>
                <a:cs typeface="Arial"/>
              </a:defRPr>
            </a:pPr>
            <a:r>
              <a:rPr sz="2025" b="0">
                <a:solidFill>
                  <a:srgbClr val="222222"/>
                </a:solidFill>
                <a:latin typeface="Arial"/>
                <a:ea typeface="Arial"/>
                <a:cs typeface="Arial"/>
              </a:rPr>
              <a:t>and positive outside. Boundary spots have distance zero.</a:t>
            </a:r>
          </a:p>
        </p:txBody>
      </p:sp>
      <p:sp>
        <p:nvSpPr>
          <p:cNvPr id="43" name="Distances use the input coordinate units. The">
            <a:extLst xmlns:a="http://schemas.openxmlformats.org/drawingml/2006/main">
              <a:ext uri="{FF2B5EF4-FFF2-40B4-BE49-F238E27FC236}">
                <a16:creationId xmlns:a16="http://schemas.microsoft.com/office/drawing/2014/main" id="{34848CE8-4DC5-443A-9D84-33BB90B8B52A}"/>
              </a:ext>
            </a:extLst>
          </p:cNvPr>
          <p:cNvSpPr>
            <a:spLocks xmlns:a="http://schemas.openxmlformats.org/drawingml/2006/main" noGrp="1"/>
          </p:cNvSpPr>
          <p:nvPr/>
        </p:nvSpPr>
        <p:spPr>
          <a:xfrm xmlns:a="http://schemas.openxmlformats.org/drawingml/2006/main">
            <a:off x="752475" y="6353175"/>
            <a:ext cx="10048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88" b="0">
                <a:solidFill>
                  <a:srgbClr val="666666"/>
                </a:solidFill>
                <a:latin typeface="Arial"/>
                <a:ea typeface="Arial"/>
                <a:cs typeface="Arial"/>
              </a:defRPr>
            </a:pPr>
            <a:r>
              <a:rPr sz="1088" b="0">
                <a:solidFill>
                  <a:srgbClr val="666666"/>
                </a:solidFill>
                <a:latin typeface="Arial"/>
                <a:ea typeface="Arial"/>
                <a:cs typeface="Arial"/>
              </a:rPr>
              <a:t>Distances use the input coordinate units. The normalized region score is uncalibrated.</a:t>
            </a:r>
          </a:p>
        </p:txBody>
      </p:sp>
    </p:spTree>
    <p:extLst>
      <p:ext uri="{BB962C8B-B14F-4D97-AF65-F5344CB8AC3E}">
        <p14:creationId xmlns:p14="http://schemas.microsoft.com/office/powerpoint/2010/main" val="620260016"/>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36" name="灯片编号占位符 18">
            <a:extLst xmlns:a="http://schemas.openxmlformats.org/drawingml/2006/main">
              <a:ext uri="{FF2B5EF4-FFF2-40B4-BE49-F238E27FC236}">
                <a16:creationId xmlns:a16="http://schemas.microsoft.com/office/drawing/2014/main" id="{B311809E-7174-EF81-2BDE-4FC1B4CF1C4C}"/>
              </a:ext>
            </a:extLst>
          </p:cNvPr>
          <p:cNvSpPr>
            <a:spLocks xmlns:a="http://schemas.openxmlformats.org/drawingml/2006/main" noGrp="1"/>
          </p:cNvSpPr>
          <p:nvPr/>
        </p:nvSpPr>
        <p:spPr>
          <a:xfrm xmlns:a="http://schemas.openxmlformats.org/drawingml/2006/main">
            <a:off x="9302750" y="6356350"/>
            <a:ext cx="2743200" cy="365125"/>
          </a:xfrm>
          <a:prstGeom xmlns:a="http://schemas.openxmlformats.org/drawingml/2006/main" prst="rect">
            <a:avLst/>
          </a:prstGeom>
        </p:spPr>
        <p:txBody>
          <a:bodyPr xmlns:a="http://schemas.openxmlformats.org/drawingml/2006/main">
            <a:noAutofit/>
          </a:bodyPr>
          <a:lstStyle xmlns:a="http://schemas.openxmlformats.org/drawingml/2006/main">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a:lstStyle>
          <a:p xmlns:a="http://schemas.openxmlformats.org/drawingml/2006/main">
            <a:pPr algn="r">
              <a:buNone/>
              <a:defRPr sz="1800">
                <a:solidFill>
                  <a:srgbClr val="000000"/>
                </a:solidFill>
                <a:latin typeface="Arial"/>
                <a:ea typeface="Arial"/>
                <a:cs typeface="Arial"/>
              </a:defRPr>
            </a:pPr>
            <a:fld id="{CCF91274-D221-1BB4-3BF9-836E3AD31EBE}" type="slidenum">
              <a:rPr sz="1800">
                <a:solidFill>
                  <a:srgbClr val="000000"/>
                </a:solidFill>
                <a:latin typeface="Arial"/>
                <a:ea typeface="Arial"/>
                <a:cs typeface="Arial"/>
              </a:rPr>
              <a:t>19</a:t>
            </a:fld>
            <a:endParaRPr>
              <a:latin typeface="Arial"/>
              <a:ea typeface="Arial"/>
              <a:cs typeface="Arial"/>
            </a:endParaRPr>
          </a:p>
        </p:txBody>
      </p:sp>
      <p:sp>
        <p:nvSpPr>
          <p:cNvPr id="3" name="文本框 2">
            <a:extLst xmlns:a="http://schemas.openxmlformats.org/drawingml/2006/main">
              <a:ext uri="{FF2B5EF4-FFF2-40B4-BE49-F238E27FC236}">
                <a16:creationId xmlns:a16="http://schemas.microsoft.com/office/drawing/2014/main" id="{B7E2D4FF-A7FB-B832-04E8-442A96B4B142}"/>
              </a:ext>
            </a:extLst>
          </p:cNvPr>
          <p:cNvSpPr>
            <a:spLocks xmlns:a="http://schemas.openxmlformats.org/drawingml/2006/main" noGrp="1"/>
          </p:cNvSpPr>
          <p:nvPr/>
        </p:nvSpPr>
        <p:spPr>
          <a:xfrm xmlns:a="http://schemas.openxmlformats.org/drawingml/2006/main">
            <a:off x="657987" y="228600"/>
            <a:ext cx="10858500" cy="480060"/>
          </a:xfrm>
          <a:prstGeom xmlns:a="http://schemas.openxmlformats.org/drawingml/2006/main" prst="rect">
            <a:avLst/>
          </a:prstGeom>
          <a:noFill xmlns:a="http://schemas.openxmlformats.org/drawingml/2006/main"/>
        </p:spPr>
        <p:txBody>
          <a:bodyPr xmlns:a="http://schemas.openxmlformats.org/drawingml/2006/main" wrap="none" lIns="0" tIns="0" rIns="0" bIns="0">
            <a:noAutofit/>
          </a:bodyPr>
          <a:lstStyle xmlns:a="http://schemas.openxmlformats.org/drawingml/2006/main"/>
          <a:p xmlns:a="http://schemas.openxmlformats.org/drawingml/2006/main">
            <a:pPr defTabSz="914400">
              <a:buNone/>
              <a:defRPr sz="2550" b="1">
                <a:solidFill>
                  <a:srgbClr val="0D4C82"/>
                </a:solidFill>
                <a:latin typeface="Arial"/>
                <a:ea typeface="Arial"/>
                <a:cs typeface="Arial"/>
              </a:defRPr>
            </a:pPr>
            <a:r>
              <a:rPr sz="2550" b="1">
                <a:solidFill>
                  <a:srgbClr val="0D4C82"/>
                </a:solidFill>
                <a:latin typeface="Arial"/>
                <a:ea typeface="Arial"/>
                <a:cs typeface="Arial"/>
              </a:rPr>
              <a:t>SIGMA results on BC-515</a:t>
            </a:r>
            <a:endParaRPr sz="2400" b="1">
              <a:solidFill>
                <a:schemeClr val="bg2"/>
              </a:solidFill>
              <a:latin typeface="Arial"/>
              <a:ea typeface="Arial"/>
              <a:cs typeface="Arial"/>
            </a:endParaRPr>
          </a:p>
        </p:txBody>
      </p:sp>
      <p:sp>
        <p:nvSpPr>
          <p:cNvPr id="37" name="749 inside spots and 846 boundary spots">
            <a:extLst xmlns:a="http://schemas.openxmlformats.org/drawingml/2006/main">
              <a:ext uri="{FF2B5EF4-FFF2-40B4-BE49-F238E27FC236}">
                <a16:creationId xmlns:a16="http://schemas.microsoft.com/office/drawing/2014/main" id="{05E9A488-A946-401D-B45E-202426E5481F}"/>
              </a:ext>
            </a:extLst>
          </p:cNvPr>
          <p:cNvSpPr>
            <a:spLocks xmlns:a="http://schemas.openxmlformats.org/drawingml/2006/main" noGrp="1"/>
          </p:cNvSpPr>
          <p:nvPr/>
        </p:nvSpPr>
        <p:spPr>
          <a:xfrm xmlns:a="http://schemas.openxmlformats.org/drawingml/2006/main">
            <a:off x="752475" y="1000125"/>
            <a:ext cx="107156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222222"/>
                </a:solidFill>
                <a:latin typeface="Arial"/>
                <a:ea typeface="Arial"/>
                <a:cs typeface="Arial"/>
              </a:defRPr>
            </a:pPr>
            <a:r>
              <a:rPr sz="2025" b="0">
                <a:solidFill>
                  <a:srgbClr val="222222"/>
                </a:solidFill>
                <a:latin typeface="Arial"/>
                <a:ea typeface="Arial"/>
                <a:cs typeface="Arial"/>
              </a:rPr>
              <a:t>751 inside spots and 838 boundary spots</a:t>
            </a:r>
          </a:p>
        </p:txBody>
      </p:sp>
      <p:pic>
        <p:nvPicPr>
          <p:cNvPr id="44" name="图片 42"/>
          <p:cNvPicPr>
            <a:picLocks xmlns:a="http://schemas.openxmlformats.org/drawingml/2006/main" noChangeAspect="1"/>
          </p:cNvPicPr>
          <p:nvPr/>
        </p:nvPicPr>
        <p:blipFill>
          <a:blip xmlns:r="http://schemas.openxmlformats.org/officeDocument/2006/relationships" xmlns:a="http://schemas.openxmlformats.org/drawingml/2006/main" r:embed="R83cc9d9dcfd64515"/>
          <a:stretch xmlns:a="http://schemas.openxmlformats.org/drawingml/2006/main"/>
        </p:blipFill>
        <p:spPr>
          <a:xfrm xmlns:a="http://schemas.openxmlformats.org/drawingml/2006/main" flipH="0" flipV="0">
            <a:off x="485775" y="2369105"/>
            <a:ext cx="11220450" cy="2767491"/>
          </a:xfrm>
          <a:prstGeom xmlns:a="http://schemas.openxmlformats.org/drawingml/2006/main" prst="rect">
            <a:avLst/>
          </a:prstGeom>
        </p:spPr>
      </p:pic>
      <p:sp>
        <p:nvSpPr>
          <p:cNvPr id="39" name="Logged training loss decreases from 0.423320 ">
            <a:extLst xmlns:a="http://schemas.openxmlformats.org/drawingml/2006/main">
              <a:ext uri="{FF2B5EF4-FFF2-40B4-BE49-F238E27FC236}">
                <a16:creationId xmlns:a16="http://schemas.microsoft.com/office/drawing/2014/main" id="{E156D0D8-F3F9-443C-B586-0C6BED942BD4}"/>
              </a:ext>
            </a:extLst>
          </p:cNvPr>
          <p:cNvSpPr>
            <a:spLocks xmlns:a="http://schemas.openxmlformats.org/drawingml/2006/main" noGrp="1"/>
          </p:cNvSpPr>
          <p:nvPr/>
        </p:nvSpPr>
        <p:spPr>
          <a:xfrm xmlns:a="http://schemas.openxmlformats.org/drawingml/2006/main">
            <a:off x="752475" y="58578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0D4C82"/>
                </a:solidFill>
                <a:latin typeface="Arial"/>
                <a:ea typeface="Arial"/>
                <a:cs typeface="Arial"/>
              </a:defRPr>
            </a:pPr>
            <a:r>
              <a:rPr sz="1800" b="0">
                <a:solidFill>
                  <a:srgbClr val="0D4C82"/>
                </a:solidFill>
                <a:latin typeface="Arial"/>
                <a:ea typeface="Arial"/>
                <a:cs typeface="Arial"/>
              </a:rPr>
              <a:t>Training loss decreases from 0.425294 to 0.155556.</a:t>
            </a:r>
          </a:p>
        </p:txBody>
      </p:sp>
    </p:spTree>
    <p:extLst>
      <p:ext uri="{BB962C8B-B14F-4D97-AF65-F5344CB8AC3E}">
        <p14:creationId xmlns:p14="http://schemas.microsoft.com/office/powerpoint/2010/main" val="620260017"/>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36" name="灯片编号占位符 18">
            <a:extLst xmlns:a="http://schemas.openxmlformats.org/drawingml/2006/main">
              <a:ext uri="{FF2B5EF4-FFF2-40B4-BE49-F238E27FC236}">
                <a16:creationId xmlns:a16="http://schemas.microsoft.com/office/drawing/2014/main" id="{B311809E-7174-EF81-2BDE-4FC1B4CF1C4C}"/>
              </a:ext>
            </a:extLst>
          </p:cNvPr>
          <p:cNvSpPr>
            <a:spLocks xmlns:a="http://schemas.openxmlformats.org/drawingml/2006/main" noGrp="1"/>
          </p:cNvSpPr>
          <p:nvPr/>
        </p:nvSpPr>
        <p:spPr>
          <a:xfrm xmlns:a="http://schemas.openxmlformats.org/drawingml/2006/main">
            <a:off x="9302750" y="6356350"/>
            <a:ext cx="2743200" cy="365125"/>
          </a:xfrm>
          <a:prstGeom xmlns:a="http://schemas.openxmlformats.org/drawingml/2006/main" prst="rect">
            <a:avLst/>
          </a:prstGeom>
        </p:spPr>
        <p:txBody>
          <a:bodyPr xmlns:a="http://schemas.openxmlformats.org/drawingml/2006/main">
            <a:noAutofit/>
          </a:bodyPr>
          <a:lstStyle xmlns:a="http://schemas.openxmlformats.org/drawingml/2006/main">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a:lstStyle>
          <a:p xmlns:a="http://schemas.openxmlformats.org/drawingml/2006/main">
            <a:pPr algn="r">
              <a:buNone/>
              <a:defRPr sz="1800">
                <a:solidFill>
                  <a:srgbClr val="000000"/>
                </a:solidFill>
                <a:latin typeface="Arial"/>
                <a:ea typeface="Arial"/>
                <a:cs typeface="Arial"/>
              </a:defRPr>
            </a:pPr>
            <a:fld id="{844E025A-983C-6D44-79C6-4612AACD43FC}" type="slidenum">
              <a:rPr sz="1800">
                <a:solidFill>
                  <a:srgbClr val="000000"/>
                </a:solidFill>
                <a:latin typeface="Arial"/>
                <a:ea typeface="Arial"/>
                <a:cs typeface="Arial"/>
              </a:rPr>
              <a:t>20</a:t>
            </a:fld>
            <a:endParaRPr>
              <a:latin typeface="Arial"/>
              <a:ea typeface="Arial"/>
              <a:cs typeface="Arial"/>
            </a:endParaRPr>
          </a:p>
        </p:txBody>
      </p:sp>
      <p:sp>
        <p:nvSpPr>
          <p:cNvPr id="3" name="文本框 2">
            <a:extLst xmlns:a="http://schemas.openxmlformats.org/drawingml/2006/main">
              <a:ext uri="{FF2B5EF4-FFF2-40B4-BE49-F238E27FC236}">
                <a16:creationId xmlns:a16="http://schemas.microsoft.com/office/drawing/2014/main" id="{B7E2D4FF-A7FB-B832-04E8-442A96B4B142}"/>
              </a:ext>
            </a:extLst>
          </p:cNvPr>
          <p:cNvSpPr>
            <a:spLocks xmlns:a="http://schemas.openxmlformats.org/drawingml/2006/main" noGrp="1"/>
          </p:cNvSpPr>
          <p:nvPr/>
        </p:nvSpPr>
        <p:spPr>
          <a:xfrm xmlns:a="http://schemas.openxmlformats.org/drawingml/2006/main">
            <a:off x="657987" y="228600"/>
            <a:ext cx="10858500" cy="480060"/>
          </a:xfrm>
          <a:prstGeom xmlns:a="http://schemas.openxmlformats.org/drawingml/2006/main" prst="rect">
            <a:avLst/>
          </a:prstGeom>
          <a:noFill xmlns:a="http://schemas.openxmlformats.org/drawingml/2006/main"/>
        </p:spPr>
        <p:txBody>
          <a:bodyPr xmlns:a="http://schemas.openxmlformats.org/drawingml/2006/main" wrap="none" lIns="0" tIns="0" rIns="0" bIns="0">
            <a:noAutofit/>
          </a:bodyPr>
          <a:lstStyle xmlns:a="http://schemas.openxmlformats.org/drawingml/2006/main"/>
          <a:p xmlns:a="http://schemas.openxmlformats.org/drawingml/2006/main">
            <a:pPr defTabSz="914400">
              <a:buNone/>
              <a:defRPr sz="2550" b="1">
                <a:solidFill>
                  <a:srgbClr val="0D4C82"/>
                </a:solidFill>
                <a:latin typeface="Arial"/>
                <a:ea typeface="Arial"/>
                <a:cs typeface="Arial"/>
              </a:defRPr>
            </a:pPr>
            <a:r>
              <a:rPr sz="2550" b="1">
                <a:solidFill>
                  <a:srgbClr val="0D4C82"/>
                </a:solidFill>
                <a:latin typeface="Arial"/>
                <a:ea typeface="Arial"/>
                <a:cs typeface="Arial"/>
              </a:rPr>
              <a:t>SIGMA: decay fits and metabolic programs</a:t>
            </a:r>
            <a:endParaRPr sz="2400" b="1">
              <a:solidFill>
                <a:schemeClr val="bg2"/>
              </a:solidFill>
              <a:latin typeface="Arial"/>
              <a:ea typeface="Arial"/>
              <a:cs typeface="Arial"/>
            </a:endParaRPr>
          </a:p>
        </p:txBody>
      </p:sp>
      <p:sp>
        <p:nvSpPr>
          <p:cNvPr id="37" name="ranking = sigma.rank_interface_metabolites(">
            <a:extLst xmlns:a="http://schemas.openxmlformats.org/drawingml/2006/main">
              <a:ext uri="{FF2B5EF4-FFF2-40B4-BE49-F238E27FC236}">
                <a16:creationId xmlns:a16="http://schemas.microsoft.com/office/drawing/2014/main" id="{410988A0-D100-4DFC-82CB-6D6A158C7030}"/>
              </a:ext>
            </a:extLst>
          </p:cNvPr>
          <p:cNvSpPr>
            <a:spLocks xmlns:a="http://schemas.openxmlformats.org/drawingml/2006/main" noGrp="1"/>
          </p:cNvSpPr>
          <p:nvPr/>
        </p:nvSpPr>
        <p:spPr>
          <a:xfrm xmlns:a="http://schemas.openxmlformats.org/drawingml/2006/main">
            <a:off x="800100" y="1123950"/>
            <a:ext cx="10572750" cy="339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023160"/>
                </a:solidFill>
                <a:latin typeface="Arial"/>
                <a:ea typeface="Arial"/>
                <a:cs typeface="Arial"/>
              </a:defRPr>
            </a:pPr>
            <a:r>
              <a:rPr sz="1950" b="0">
                <a:solidFill>
                  <a:srgbClr val="023160"/>
                </a:solidFill>
                <a:latin typeface="Arial"/>
                <a:ea typeface="Arial"/>
                <a:cs typeface="Arial"/>
              </a:rPr>
              <a:t>ranking = sigma.rank_lambda_profiles(</a:t>
            </a:r>
          </a:p>
        </p:txBody>
      </p:sp>
      <p:sp>
        <p:nvSpPr>
          <p:cNvPr id="38" name="adata, matrix_source=&quot;msi_uns&quot;">
            <a:extLst xmlns:a="http://schemas.openxmlformats.org/drawingml/2006/main">
              <a:ext uri="{FF2B5EF4-FFF2-40B4-BE49-F238E27FC236}">
                <a16:creationId xmlns:a16="http://schemas.microsoft.com/office/drawing/2014/main" id="{6490A874-6FEA-4822-9C72-5A0DE011D072}"/>
              </a:ext>
            </a:extLst>
          </p:cNvPr>
          <p:cNvSpPr>
            <a:spLocks xmlns:a="http://schemas.openxmlformats.org/drawingml/2006/main" noGrp="1"/>
          </p:cNvSpPr>
          <p:nvPr/>
        </p:nvSpPr>
        <p:spPr>
          <a:xfrm xmlns:a="http://schemas.openxmlformats.org/drawingml/2006/main">
            <a:off x="1146810" y="1470660"/>
            <a:ext cx="10226040" cy="339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023160"/>
                </a:solidFill>
                <a:latin typeface="Arial"/>
                <a:ea typeface="Arial"/>
                <a:cs typeface="Arial"/>
              </a:defRPr>
            </a:pPr>
            <a:r>
              <a:rPr sz="1950" b="0">
                <a:solidFill>
                  <a:srgbClr val="023160"/>
                </a:solidFill>
                <a:latin typeface="Arial"/>
                <a:ea typeface="Arial"/>
                <a:cs typeface="Arial"/>
              </a:rPr>
              <a:t>adata, matrix_source="msi_uns", ranking_col="r2_logI"</a:t>
            </a:r>
          </a:p>
        </p:txBody>
      </p:sp>
      <p:sp>
        <p:nvSpPr>
          <p:cNvPr id="39" name=")">
            <a:extLst xmlns:a="http://schemas.openxmlformats.org/drawingml/2006/main">
              <a:ext uri="{FF2B5EF4-FFF2-40B4-BE49-F238E27FC236}">
                <a16:creationId xmlns:a16="http://schemas.microsoft.com/office/drawing/2014/main" id="{0129A123-DE35-42F3-AD0E-07231D171D13}"/>
              </a:ext>
            </a:extLst>
          </p:cNvPr>
          <p:cNvSpPr>
            <a:spLocks xmlns:a="http://schemas.openxmlformats.org/drawingml/2006/main" noGrp="1"/>
          </p:cNvSpPr>
          <p:nvPr/>
        </p:nvSpPr>
        <p:spPr>
          <a:xfrm xmlns:a="http://schemas.openxmlformats.org/drawingml/2006/main">
            <a:off x="800100" y="1817370"/>
            <a:ext cx="10572750" cy="339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023160"/>
                </a:solidFill>
                <a:latin typeface="Arial"/>
                <a:ea typeface="Arial"/>
                <a:cs typeface="Arial"/>
              </a:defRPr>
            </a:pPr>
            <a:r>
              <a:rPr sz="1950" b="0">
                <a:solidFill>
                  <a:srgbClr val="023160"/>
                </a:solidFill>
                <a:latin typeface="Arial"/>
                <a:ea typeface="Arial"/>
                <a:cs typeface="Arial"/>
              </a:rPr>
              <a:t>)</a:t>
            </a:r>
          </a:p>
        </p:txBody>
      </p:sp>
      <p:graphicFrame>
        <p:nvGraphicFramePr>
          <p:cNvPr id="48" name="表格 46"/>
          <p:cNvGraphicFramePr/>
          <p:nvPr/>
        </p:nvGraphicFramePr>
        <p:xfrm>
          <a:off xmlns:a="http://schemas.openxmlformats.org/drawingml/2006/main" x="762000" y="2600325"/>
          <a:ext xmlns:a="http://schemas.openxmlformats.org/drawingml/2006/main" cx="10668000" cy="2857500"/>
        </p:xfrm>
        <a:graphic xmlns:a="http://schemas.openxmlformats.org/drawingml/2006/main">
          <a:graphicData uri="http://schemas.openxmlformats.org/drawingml/2006/table">
            <a:tbl>
              <a:tblPr firstRow="1"/>
              <a:tblGrid>
                <a:gridCol w="3476625"/>
                <a:gridCol w="7191375"/>
              </a:tblGrid>
              <a:tr h="571500">
                <a:tc>
                  <a:txBody>
                    <a:bodyPr/>
                    <a:lstStyle/>
                    <a:p>
                      <a:pPr algn="l">
                        <a:buNone/>
                      </a:pPr>
                      <a:r>
                        <a:rPr sz="1800" b="1">
                          <a:solidFill>
                            <a:srgbClr val="FFFFFF"/>
                          </a:solidFill>
                          <a:latin typeface="Arial"/>
                          <a:ea typeface="Arial"/>
                          <a:cs typeface="Arial"/>
                        </a:rPr>
                        <a:t>Analysis step</a:t>
                      </a:r>
                    </a:p>
                  </a:txBody>
                  <a:tcPr marL="91440" marR="91440" marT="45720" marB="45720" anchor="ctr">
                    <a:solidFill>
                      <a:srgbClr val="0D4C82"/>
                    </a:solidFill>
                  </a:tcPr>
                </a:tc>
                <a:tc>
                  <a:txBody>
                    <a:bodyPr/>
                    <a:lstStyle/>
                    <a:p>
                      <a:pPr algn="l">
                        <a:buNone/>
                      </a:pPr>
                      <a:r>
                        <a:rPr sz="1800" b="1">
                          <a:solidFill>
                            <a:srgbClr val="FFFFFF"/>
                          </a:solidFill>
                          <a:latin typeface="Arial"/>
                          <a:ea typeface="Arial"/>
                          <a:cs typeface="Arial"/>
                        </a:rPr>
                        <a:t>Original BC-515 settings</a:t>
                      </a:r>
                    </a:p>
                  </a:txBody>
                  <a:tcPr marL="91440" marR="91440" marT="45720" marB="45720" anchor="ctr">
                    <a:solidFill>
                      <a:srgbClr val="0D4C82"/>
                    </a:solidFill>
                  </a:tcPr>
                </a:tc>
              </a:tr>
              <a:tr h="571500">
                <a:tc>
                  <a:txBody>
                    <a:bodyPr/>
                    <a:lstStyle/>
                    <a:p>
                      <a:pPr algn="l">
                        <a:buNone/>
                      </a:pPr>
                      <a:r>
                        <a:rPr sz="1800" b="0">
                          <a:solidFill>
                            <a:srgbClr val="222222"/>
                          </a:solidFill>
                          <a:latin typeface="Arial"/>
                          <a:ea typeface="Arial"/>
                          <a:cs typeface="Arial"/>
                        </a:rPr>
                        <a:t>Exponential decay</a:t>
                      </a:r>
                    </a:p>
                  </a:txBody>
                  <a:tcPr marL="91440" marR="91440" marT="45720" marB="45720" anchor="ctr">
                    <a:solidFill>
                      <a:srgbClr val="FFFFFF"/>
                    </a:solidFill>
                  </a:tcPr>
                </a:tc>
                <a:tc>
                  <a:txBody>
                    <a:bodyPr/>
                    <a:lstStyle/>
                    <a:p>
                      <a:pPr algn="l">
                        <a:buNone/>
                      </a:pPr>
                      <a:r>
                        <a:rPr sz="1800" b="0">
                          <a:solidFill>
                            <a:srgbClr val="222222"/>
                          </a:solidFill>
                          <a:latin typeface="Arial"/>
                          <a:ea typeface="Arial"/>
                          <a:cs typeface="Arial"/>
                        </a:rPr>
                        <a:t>log1p(I − min I) = a − |d| / λ; Huber regression</a:t>
                      </a:r>
                    </a:p>
                  </a:txBody>
                  <a:tcPr marL="91440" marR="91440" marT="45720" marB="45720" anchor="ctr">
                    <a:solidFill>
                      <a:srgbClr val="FFFFFF"/>
                    </a:solidFill>
                  </a:tcPr>
                </a:tc>
              </a:tr>
              <a:tr h="571500">
                <a:tc>
                  <a:txBody>
                    <a:bodyPr/>
                    <a:lstStyle/>
                    <a:p>
                      <a:pPr algn="l">
                        <a:buNone/>
                      </a:pPr>
                      <a:r>
                        <a:rPr sz="1800" b="0">
                          <a:solidFill>
                            <a:srgbClr val="222222"/>
                          </a:solidFill>
                          <a:latin typeface="Arial"/>
                          <a:ea typeface="Arial"/>
                          <a:cs typeface="Arial"/>
                        </a:rPr>
                        <a:t>Feature selection</a:t>
                      </a:r>
                    </a:p>
                  </a:txBody>
                  <a:tcPr marL="91440" marR="91440" marT="45720" marB="45720" anchor="ctr">
                    <a:solidFill>
                      <a:srgbClr val="FFFFFF"/>
                    </a:solidFill>
                  </a:tcPr>
                </a:tc>
                <a:tc>
                  <a:txBody>
                    <a:bodyPr/>
                    <a:lstStyle/>
                    <a:p>
                      <a:pPr algn="l">
                        <a:buNone/>
                      </a:pPr>
                      <a:r>
                        <a:rPr sz="1800" b="0">
                          <a:solidFill>
                            <a:srgbClr val="222222"/>
                          </a:solidFill>
                          <a:latin typeface="Arial"/>
                          <a:ea typeface="Arial"/>
                          <a:cs typeface="Arial"/>
                        </a:rPr>
                        <a:t>2,000 variable features; R² ≥ 0.05; enrichment ≥ 1.05</a:t>
                      </a:r>
                    </a:p>
                  </a:txBody>
                  <a:tcPr marL="91440" marR="91440" marT="45720" marB="45720" anchor="ctr">
                    <a:solidFill>
                      <a:srgbClr val="FFFFFF"/>
                    </a:solidFill>
                  </a:tcPr>
                </a:tc>
              </a:tr>
              <a:tr h="571500">
                <a:tc>
                  <a:txBody>
                    <a:bodyPr/>
                    <a:lstStyle/>
                    <a:p>
                      <a:pPr algn="l">
                        <a:buNone/>
                      </a:pPr>
                      <a:r>
                        <a:rPr sz="1800" b="0">
                          <a:solidFill>
                            <a:srgbClr val="222222"/>
                          </a:solidFill>
                          <a:latin typeface="Arial"/>
                          <a:ea typeface="Arial"/>
                          <a:cs typeface="Arial"/>
                        </a:rPr>
                        <a:t>Distance profiles</a:t>
                      </a:r>
                    </a:p>
                  </a:txBody>
                  <a:tcPr marL="91440" marR="91440" marT="45720" marB="45720" anchor="ctr">
                    <a:solidFill>
                      <a:srgbClr val="FFFFFF"/>
                    </a:solidFill>
                  </a:tcPr>
                </a:tc>
                <a:tc>
                  <a:txBody>
                    <a:bodyPr/>
                    <a:lstStyle/>
                    <a:p>
                      <a:pPr algn="l">
                        <a:buNone/>
                      </a:pPr>
                      <a:r>
                        <a:rPr sz="1800" b="0">
                          <a:solidFill>
                            <a:srgbClr val="222222"/>
                          </a:solidFill>
                          <a:latin typeface="Arial"/>
                          <a:ea typeface="Arial"/>
                          <a:cs typeface="Arial"/>
                        </a:rPr>
                        <a:t>Top 300 features; 40 bins; raw-intensity profile z-scores</a:t>
                      </a:r>
                    </a:p>
                  </a:txBody>
                  <a:tcPr marL="91440" marR="91440" marT="45720" marB="45720" anchor="ctr">
                    <a:solidFill>
                      <a:srgbClr val="FFFFFF"/>
                    </a:solidFill>
                  </a:tcPr>
                </a:tc>
              </a:tr>
              <a:tr h="571500">
                <a:tc>
                  <a:txBody>
                    <a:bodyPr/>
                    <a:lstStyle/>
                    <a:p>
                      <a:pPr algn="l">
                        <a:buNone/>
                      </a:pPr>
                      <a:r>
                        <a:rPr sz="1800" b="0">
                          <a:solidFill>
                            <a:srgbClr val="222222"/>
                          </a:solidFill>
                          <a:latin typeface="Arial"/>
                          <a:ea typeface="Arial"/>
                          <a:cs typeface="Arial"/>
                        </a:rPr>
                        <a:t>Metabolic programs</a:t>
                      </a:r>
                    </a:p>
                  </a:txBody>
                  <a:tcPr marL="91440" marR="91440" marT="45720" marB="45720" anchor="ctr">
                    <a:solidFill>
                      <a:srgbClr val="FFFFFF"/>
                    </a:solidFill>
                  </a:tcPr>
                </a:tc>
                <a:tc>
                  <a:txBody>
                    <a:bodyPr/>
                    <a:lstStyle/>
                    <a:p>
                      <a:pPr algn="l">
                        <a:buNone/>
                      </a:pPr>
                      <a:r>
                        <a:rPr sz="1800" b="0">
                          <a:solidFill>
                            <a:srgbClr val="222222"/>
                          </a:solidFill>
                          <a:latin typeface="Arial"/>
                          <a:ea typeface="Arial"/>
                          <a:cs typeface="Arial"/>
                        </a:rPr>
                        <a:t>Ward clustering, 4 groups; one representative per group</a:t>
                      </a:r>
                    </a:p>
                  </a:txBody>
                  <a:tcPr marL="91440" marR="91440" marT="45720" marB="45720" anchor="ctr">
                    <a:solidFill>
                      <a:srgbClr val="FFFFFF"/>
                    </a:solidFill>
                  </a:tcPr>
                </a:tc>
              </a:tr>
            </a:tbl>
          </a:graphicData>
        </a:graphic>
      </p:graphicFrame>
      <p:sp>
        <p:nvSpPr>
          <p:cNvPr id="41" name="The interface score averages percentile ranks">
            <a:extLst xmlns:a="http://schemas.openxmlformats.org/drawingml/2006/main">
              <a:ext uri="{FF2B5EF4-FFF2-40B4-BE49-F238E27FC236}">
                <a16:creationId xmlns:a16="http://schemas.microsoft.com/office/drawing/2014/main" id="{39802140-008F-4CB0-92B8-45DC573984DA}"/>
              </a:ext>
            </a:extLst>
          </p:cNvPr>
          <p:cNvSpPr>
            <a:spLocks xmlns:a="http://schemas.openxmlformats.org/drawingml/2006/main" noGrp="1"/>
          </p:cNvSpPr>
          <p:nvPr/>
        </p:nvSpPr>
        <p:spPr>
          <a:xfrm xmlns:a="http://schemas.openxmlformats.org/drawingml/2006/main">
            <a:off x="752475" y="58769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0D4C82"/>
                </a:solidFill>
                <a:latin typeface="Arial"/>
                <a:ea typeface="Arial"/>
                <a:cs typeface="Arial"/>
              </a:defRPr>
            </a:pPr>
            <a:r>
              <a:rPr sz="1800" b="0">
                <a:solidFill>
                  <a:srgbClr val="0D4C82"/>
                </a:solidFill>
                <a:latin typeface="Arial"/>
                <a:ea typeface="Arial"/>
                <a:cs typeface="Arial"/>
              </a:rPr>
              <a:t>Feature ranking uses fit R² and near-interface enrichment.</a:t>
            </a:r>
          </a:p>
        </p:txBody>
      </p:sp>
    </p:spTree>
    <p:extLst>
      <p:ext uri="{BB962C8B-B14F-4D97-AF65-F5344CB8AC3E}">
        <p14:creationId xmlns:p14="http://schemas.microsoft.com/office/powerpoint/2010/main" val="620260018"/>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36" name="灯片编号占位符 18">
            <a:extLst xmlns:a="http://schemas.openxmlformats.org/drawingml/2006/main">
              <a:ext uri="{FF2B5EF4-FFF2-40B4-BE49-F238E27FC236}">
                <a16:creationId xmlns:a16="http://schemas.microsoft.com/office/drawing/2014/main" id="{B311809E-7174-EF81-2BDE-4FC1B4CF1C4C}"/>
              </a:ext>
            </a:extLst>
          </p:cNvPr>
          <p:cNvSpPr>
            <a:spLocks xmlns:a="http://schemas.openxmlformats.org/drawingml/2006/main" noGrp="1"/>
          </p:cNvSpPr>
          <p:nvPr/>
        </p:nvSpPr>
        <p:spPr>
          <a:xfrm xmlns:a="http://schemas.openxmlformats.org/drawingml/2006/main">
            <a:off x="9302750" y="6356350"/>
            <a:ext cx="2743200" cy="365125"/>
          </a:xfrm>
          <a:prstGeom xmlns:a="http://schemas.openxmlformats.org/drawingml/2006/main" prst="rect">
            <a:avLst/>
          </a:prstGeom>
        </p:spPr>
        <p:txBody>
          <a:bodyPr xmlns:a="http://schemas.openxmlformats.org/drawingml/2006/main">
            <a:noAutofit/>
          </a:bodyPr>
          <a:lstStyle xmlns:a="http://schemas.openxmlformats.org/drawingml/2006/main">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a:lstStyle>
          <a:p xmlns:a="http://schemas.openxmlformats.org/drawingml/2006/main">
            <a:pPr algn="r">
              <a:buNone/>
              <a:defRPr sz="1800">
                <a:solidFill>
                  <a:srgbClr val="000000"/>
                </a:solidFill>
                <a:latin typeface="Arial"/>
                <a:ea typeface="Arial"/>
                <a:cs typeface="Arial"/>
              </a:defRPr>
            </a:pPr>
            <a:fld id="{F6DF2BE2-2DFA-1C03-677D-BDC2260D6D92}" type="slidenum">
              <a:rPr sz="1800">
                <a:solidFill>
                  <a:srgbClr val="000000"/>
                </a:solidFill>
                <a:latin typeface="Arial"/>
                <a:ea typeface="Arial"/>
                <a:cs typeface="Arial"/>
              </a:rPr>
              <a:t>21</a:t>
            </a:fld>
            <a:endParaRPr>
              <a:latin typeface="Arial"/>
              <a:ea typeface="Arial"/>
              <a:cs typeface="Arial"/>
            </a:endParaRPr>
          </a:p>
        </p:txBody>
      </p:sp>
      <p:sp>
        <p:nvSpPr>
          <p:cNvPr id="3" name="文本框 2">
            <a:extLst xmlns:a="http://schemas.openxmlformats.org/drawingml/2006/main">
              <a:ext uri="{FF2B5EF4-FFF2-40B4-BE49-F238E27FC236}">
                <a16:creationId xmlns:a16="http://schemas.microsoft.com/office/drawing/2014/main" id="{B7E2D4FF-A7FB-B832-04E8-442A96B4B142}"/>
              </a:ext>
            </a:extLst>
          </p:cNvPr>
          <p:cNvSpPr>
            <a:spLocks xmlns:a="http://schemas.openxmlformats.org/drawingml/2006/main" noGrp="1"/>
          </p:cNvSpPr>
          <p:nvPr/>
        </p:nvSpPr>
        <p:spPr>
          <a:xfrm xmlns:a="http://schemas.openxmlformats.org/drawingml/2006/main">
            <a:off x="657987" y="228600"/>
            <a:ext cx="10858500" cy="480060"/>
          </a:xfrm>
          <a:prstGeom xmlns:a="http://schemas.openxmlformats.org/drawingml/2006/main" prst="rect">
            <a:avLst/>
          </a:prstGeom>
          <a:noFill xmlns:a="http://schemas.openxmlformats.org/drawingml/2006/main"/>
        </p:spPr>
        <p:txBody>
          <a:bodyPr xmlns:a="http://schemas.openxmlformats.org/drawingml/2006/main" wrap="none" lIns="0" tIns="0" rIns="0" bIns="0">
            <a:noAutofit/>
          </a:bodyPr>
          <a:lstStyle xmlns:a="http://schemas.openxmlformats.org/drawingml/2006/main"/>
          <a:p xmlns:a="http://schemas.openxmlformats.org/drawingml/2006/main">
            <a:pPr defTabSz="914400">
              <a:buNone/>
              <a:defRPr sz="2550" b="1">
                <a:solidFill>
                  <a:srgbClr val="0D4C82"/>
                </a:solidFill>
                <a:latin typeface="Arial"/>
                <a:ea typeface="Arial"/>
                <a:cs typeface="Arial"/>
              </a:defRPr>
            </a:pPr>
            <a:r>
              <a:rPr sz="2550" b="1">
                <a:solidFill>
                  <a:srgbClr val="0D4C82"/>
                </a:solidFill>
                <a:latin typeface="Arial"/>
                <a:ea typeface="Arial"/>
                <a:cs typeface="Arial"/>
              </a:rPr>
              <a:t>SIGMA: representatives of the four metabolic programs</a:t>
            </a:r>
            <a:endParaRPr sz="2400" b="1">
              <a:solidFill>
                <a:schemeClr val="bg2"/>
              </a:solidFill>
              <a:latin typeface="Arial"/>
              <a:ea typeface="Arial"/>
              <a:cs typeface="Arial"/>
            </a:endParaRPr>
          </a:p>
        </p:txBody>
      </p:sp>
      <p:pic>
        <p:nvPicPr>
          <p:cNvPr id="42" name="图片 40"/>
          <p:cNvPicPr>
            <a:picLocks xmlns:a="http://schemas.openxmlformats.org/drawingml/2006/main" noChangeAspect="1"/>
          </p:cNvPicPr>
          <p:nvPr/>
        </p:nvPicPr>
        <p:blipFill>
          <a:blip xmlns:r="http://schemas.openxmlformats.org/officeDocument/2006/relationships" xmlns:a="http://schemas.openxmlformats.org/drawingml/2006/main" r:embed="R6a776f309f2246cf"/>
          <a:stretch xmlns:a="http://schemas.openxmlformats.org/drawingml/2006/main"/>
        </p:blipFill>
        <p:spPr>
          <a:xfrm xmlns:a="http://schemas.openxmlformats.org/drawingml/2006/main" flipH="0" flipV="0">
            <a:off x="703724" y="1114425"/>
            <a:ext cx="10784553" cy="4772025"/>
          </a:xfrm>
          <a:prstGeom xmlns:a="http://schemas.openxmlformats.org/drawingml/2006/main" prst="rect">
            <a:avLst/>
          </a:prstGeom>
        </p:spPr>
      </p:pic>
      <p:sp>
        <p:nvSpPr>
          <p:cNvPr id="38" name="40 full-range distance bins. Display omits bi">
            <a:extLst xmlns:a="http://schemas.openxmlformats.org/drawingml/2006/main">
              <a:ext uri="{FF2B5EF4-FFF2-40B4-BE49-F238E27FC236}">
                <a16:creationId xmlns:a16="http://schemas.microsoft.com/office/drawing/2014/main" id="{91FA1DC0-47A9-4489-8158-4D2572A697D5}"/>
              </a:ext>
            </a:extLst>
          </p:cNvPr>
          <p:cNvSpPr>
            <a:spLocks xmlns:a="http://schemas.openxmlformats.org/drawingml/2006/main" noGrp="1"/>
          </p:cNvSpPr>
          <p:nvPr/>
        </p:nvSpPr>
        <p:spPr>
          <a:xfrm xmlns:a="http://schemas.openxmlformats.org/drawingml/2006/main">
            <a:off x="752475" y="6191250"/>
            <a:ext cx="10048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88" b="0">
                <a:solidFill>
                  <a:srgbClr val="666666"/>
                </a:solidFill>
                <a:latin typeface="Arial"/>
                <a:ea typeface="Arial"/>
                <a:cs typeface="Arial"/>
              </a:defRPr>
            </a:pPr>
            <a:r>
              <a:rPr sz="1088" b="0">
                <a:solidFill>
                  <a:srgbClr val="666666"/>
                </a:solidFill>
                <a:latin typeface="Arial"/>
                <a:ea typeface="Arial"/>
                <a:cs typeface="Arial"/>
              </a:rPr>
              <a:t>Absolute distance in input units; 30 quantile bins. λ comes from the raw-intensity fit.</a:t>
            </a:r>
          </a:p>
        </p:txBody>
      </p:sp>
    </p:spTree>
    <p:extLst>
      <p:ext uri="{BB962C8B-B14F-4D97-AF65-F5344CB8AC3E}">
        <p14:creationId xmlns:p14="http://schemas.microsoft.com/office/powerpoint/2010/main" val="620260019"/>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36" name="灯片编号占位符 18">
            <a:extLst xmlns:a="http://schemas.openxmlformats.org/drawingml/2006/main">
              <a:ext uri="{FF2B5EF4-FFF2-40B4-BE49-F238E27FC236}">
                <a16:creationId xmlns:a16="http://schemas.microsoft.com/office/drawing/2014/main" id="{B311809E-7174-EF81-2BDE-4FC1B4CF1C4C}"/>
              </a:ext>
            </a:extLst>
          </p:cNvPr>
          <p:cNvSpPr>
            <a:spLocks xmlns:a="http://schemas.openxmlformats.org/drawingml/2006/main" noGrp="1"/>
          </p:cNvSpPr>
          <p:nvPr/>
        </p:nvSpPr>
        <p:spPr>
          <a:xfrm xmlns:a="http://schemas.openxmlformats.org/drawingml/2006/main">
            <a:off x="9302750" y="6356350"/>
            <a:ext cx="2743200" cy="365125"/>
          </a:xfrm>
          <a:prstGeom xmlns:a="http://schemas.openxmlformats.org/drawingml/2006/main" prst="rect">
            <a:avLst/>
          </a:prstGeom>
        </p:spPr>
        <p:txBody>
          <a:bodyPr xmlns:a="http://schemas.openxmlformats.org/drawingml/2006/main">
            <a:noAutofit/>
          </a:bodyPr>
          <a:lstStyle xmlns:a="http://schemas.openxmlformats.org/drawingml/2006/main">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a:lstStyle>
          <a:p xmlns:a="http://schemas.openxmlformats.org/drawingml/2006/main">
            <a:pPr algn="r">
              <a:buNone/>
              <a:defRPr sz="1800">
                <a:solidFill>
                  <a:srgbClr val="000000"/>
                </a:solidFill>
                <a:latin typeface="Arial"/>
                <a:ea typeface="Arial"/>
                <a:cs typeface="Arial"/>
              </a:defRPr>
            </a:pPr>
            <a:fld id="{0BB18BA8-60F4-C50D-CD9B-1BB87D3E8506}" type="slidenum">
              <a:rPr sz="1800">
                <a:solidFill>
                  <a:srgbClr val="000000"/>
                </a:solidFill>
                <a:latin typeface="Arial"/>
                <a:ea typeface="Arial"/>
                <a:cs typeface="Arial"/>
              </a:rPr>
              <a:t>22</a:t>
            </a:fld>
            <a:endParaRPr>
              <a:latin typeface="Arial"/>
              <a:ea typeface="Arial"/>
              <a:cs typeface="Arial"/>
            </a:endParaRPr>
          </a:p>
        </p:txBody>
      </p:sp>
      <p:sp>
        <p:nvSpPr>
          <p:cNvPr id="3" name="文本框 2">
            <a:extLst xmlns:a="http://schemas.openxmlformats.org/drawingml/2006/main">
              <a:ext uri="{FF2B5EF4-FFF2-40B4-BE49-F238E27FC236}">
                <a16:creationId xmlns:a16="http://schemas.microsoft.com/office/drawing/2014/main" id="{B7E2D4FF-A7FB-B832-04E8-442A96B4B142}"/>
              </a:ext>
            </a:extLst>
          </p:cNvPr>
          <p:cNvSpPr>
            <a:spLocks xmlns:a="http://schemas.openxmlformats.org/drawingml/2006/main" noGrp="1"/>
          </p:cNvSpPr>
          <p:nvPr/>
        </p:nvSpPr>
        <p:spPr>
          <a:xfrm xmlns:a="http://schemas.openxmlformats.org/drawingml/2006/main">
            <a:off x="657987" y="228600"/>
            <a:ext cx="10858500" cy="480060"/>
          </a:xfrm>
          <a:prstGeom xmlns:a="http://schemas.openxmlformats.org/drawingml/2006/main" prst="rect">
            <a:avLst/>
          </a:prstGeom>
          <a:noFill xmlns:a="http://schemas.openxmlformats.org/drawingml/2006/main"/>
        </p:spPr>
        <p:txBody>
          <a:bodyPr xmlns:a="http://schemas.openxmlformats.org/drawingml/2006/main" wrap="none" lIns="0" tIns="0" rIns="0" bIns="0">
            <a:noAutofit/>
          </a:bodyPr>
          <a:lstStyle xmlns:a="http://schemas.openxmlformats.org/drawingml/2006/main"/>
          <a:p xmlns:a="http://schemas.openxmlformats.org/drawingml/2006/main">
            <a:pPr defTabSz="914400">
              <a:buNone/>
              <a:defRPr sz="2550" b="1">
                <a:solidFill>
                  <a:srgbClr val="0D4C82"/>
                </a:solidFill>
                <a:latin typeface="Arial"/>
                <a:ea typeface="Arial"/>
                <a:cs typeface="Arial"/>
              </a:defRPr>
            </a:pPr>
            <a:r>
              <a:rPr sz="2550" b="1">
                <a:solidFill>
                  <a:srgbClr val="0D4C82"/>
                </a:solidFill>
                <a:latin typeface="Arial"/>
                <a:ea typeface="Arial"/>
                <a:cs typeface="Arial"/>
              </a:rPr>
              <a:t>SIGMA from scratch: the high-pass calculation</a:t>
            </a:r>
            <a:endParaRPr sz="2400" b="1">
              <a:solidFill>
                <a:schemeClr val="bg2"/>
              </a:solidFill>
              <a:latin typeface="Arial"/>
              <a:ea typeface="Arial"/>
              <a:cs typeface="Arial"/>
            </a:endParaRPr>
          </a:p>
        </p:txBody>
      </p:sp>
      <p:sp>
        <p:nvSpPr>
          <p:cNvPr id="37" name="Notebook 04 follows the graph operators in th">
            <a:extLst xmlns:a="http://schemas.openxmlformats.org/drawingml/2006/main">
              <a:ext uri="{FF2B5EF4-FFF2-40B4-BE49-F238E27FC236}">
                <a16:creationId xmlns:a16="http://schemas.microsoft.com/office/drawing/2014/main" id="{1566041D-167B-4054-B6A6-9363482456FF}"/>
              </a:ext>
            </a:extLst>
          </p:cNvPr>
          <p:cNvSpPr>
            <a:spLocks xmlns:a="http://schemas.openxmlformats.org/drawingml/2006/main" noGrp="1"/>
          </p:cNvSpPr>
          <p:nvPr/>
        </p:nvSpPr>
        <p:spPr>
          <a:xfrm xmlns:a="http://schemas.openxmlformats.org/drawingml/2006/main">
            <a:off x="752475" y="1000125"/>
            <a:ext cx="107156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222222"/>
                </a:solidFill>
                <a:latin typeface="Arial"/>
                <a:ea typeface="Arial"/>
                <a:cs typeface="Arial"/>
              </a:defRPr>
            </a:pPr>
            <a:r>
              <a:rPr sz="2025" b="0">
                <a:solidFill>
                  <a:srgbClr val="222222"/>
                </a:solidFill>
                <a:latin typeface="Arial"/>
                <a:ea typeface="Arial"/>
                <a:cs typeface="Arial"/>
              </a:rPr>
              <a:t>Notebook 04 follows the graph operators in the source</a:t>
            </a:r>
          </a:p>
        </p:txBody>
      </p:sp>
      <p:sp>
        <p:nvSpPr>
          <p:cNvPr id="38" name="class SpectralHighPassBlock(nn.Module):">
            <a:extLst xmlns:a="http://schemas.openxmlformats.org/drawingml/2006/main">
              <a:ext uri="{FF2B5EF4-FFF2-40B4-BE49-F238E27FC236}">
                <a16:creationId xmlns:a16="http://schemas.microsoft.com/office/drawing/2014/main" id="{1DCBDC6E-B594-452C-989D-0E64DCBEF0A4}"/>
              </a:ext>
            </a:extLst>
          </p:cNvPr>
          <p:cNvSpPr>
            <a:spLocks xmlns:a="http://schemas.openxmlformats.org/drawingml/2006/main" noGrp="1"/>
          </p:cNvSpPr>
          <p:nvPr/>
        </p:nvSpPr>
        <p:spPr>
          <a:xfrm xmlns:a="http://schemas.openxmlformats.org/drawingml/2006/main">
            <a:off x="790575" y="1724025"/>
            <a:ext cx="10620375" cy="3262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023160"/>
                </a:solidFill>
                <a:latin typeface="Arial"/>
                <a:ea typeface="Arial"/>
                <a:cs typeface="Arial"/>
              </a:defRPr>
            </a:pPr>
            <a:r>
              <a:rPr sz="1875" b="0">
                <a:solidFill>
                  <a:srgbClr val="023160"/>
                </a:solidFill>
                <a:latin typeface="Arial"/>
                <a:ea typeface="Arial"/>
                <a:cs typeface="Arial"/>
              </a:rPr>
              <a:t>class SpectralHighPassBlock(nn.Module):</a:t>
            </a:r>
          </a:p>
        </p:txBody>
      </p:sp>
      <p:sp>
        <p:nvSpPr>
          <p:cNvPr id="39" name="def __init__(self, in_dim, out_dim, dropout=0">
            <a:extLst xmlns:a="http://schemas.openxmlformats.org/drawingml/2006/main">
              <a:ext uri="{FF2B5EF4-FFF2-40B4-BE49-F238E27FC236}">
                <a16:creationId xmlns:a16="http://schemas.microsoft.com/office/drawing/2014/main" id="{FC6F05AA-6ED2-4C05-8953-6957F3226586}"/>
              </a:ext>
            </a:extLst>
          </p:cNvPr>
          <p:cNvSpPr>
            <a:spLocks xmlns:a="http://schemas.openxmlformats.org/drawingml/2006/main" noGrp="1"/>
          </p:cNvSpPr>
          <p:nvPr/>
        </p:nvSpPr>
        <p:spPr>
          <a:xfrm xmlns:a="http://schemas.openxmlformats.org/drawingml/2006/main">
            <a:off x="1123950" y="2057400"/>
            <a:ext cx="10287000" cy="3262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023160"/>
                </a:solidFill>
                <a:latin typeface="Arial"/>
                <a:ea typeface="Arial"/>
                <a:cs typeface="Arial"/>
              </a:defRPr>
            </a:pPr>
            <a:r>
              <a:rPr sz="1875" b="0">
                <a:solidFill>
                  <a:srgbClr val="023160"/>
                </a:solidFill>
                <a:latin typeface="Arial"/>
                <a:ea typeface="Arial"/>
                <a:cs typeface="Arial"/>
              </a:rPr>
              <a:t>def __init__(self, in_dim, out_dim, dropout=0.1):</a:t>
            </a:r>
          </a:p>
        </p:txBody>
      </p:sp>
      <p:sp>
        <p:nvSpPr>
          <p:cNvPr id="40" name="super().__init__()">
            <a:extLst xmlns:a="http://schemas.openxmlformats.org/drawingml/2006/main">
              <a:ext uri="{FF2B5EF4-FFF2-40B4-BE49-F238E27FC236}">
                <a16:creationId xmlns:a16="http://schemas.microsoft.com/office/drawing/2014/main" id="{71384355-6D32-4E3C-AA4D-2A6961C59F74}"/>
              </a:ext>
            </a:extLst>
          </p:cNvPr>
          <p:cNvSpPr>
            <a:spLocks xmlns:a="http://schemas.openxmlformats.org/drawingml/2006/main" noGrp="1"/>
          </p:cNvSpPr>
          <p:nvPr/>
        </p:nvSpPr>
        <p:spPr>
          <a:xfrm xmlns:a="http://schemas.openxmlformats.org/drawingml/2006/main">
            <a:off x="1457325" y="2390775"/>
            <a:ext cx="9953625" cy="3262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023160"/>
                </a:solidFill>
                <a:latin typeface="Arial"/>
                <a:ea typeface="Arial"/>
                <a:cs typeface="Arial"/>
              </a:defRPr>
            </a:pPr>
            <a:r>
              <a:rPr sz="1875" b="0">
                <a:solidFill>
                  <a:srgbClr val="023160"/>
                </a:solidFill>
                <a:latin typeface="Arial"/>
                <a:ea typeface="Arial"/>
                <a:cs typeface="Arial"/>
              </a:rPr>
              <a:t>super().__init__()</a:t>
            </a:r>
          </a:p>
        </p:txBody>
      </p:sp>
      <p:sp>
        <p:nvSpPr>
          <p:cNvPr id="41" name="self.lowpass = GraphLowPass()">
            <a:extLst xmlns:a="http://schemas.openxmlformats.org/drawingml/2006/main">
              <a:ext uri="{FF2B5EF4-FFF2-40B4-BE49-F238E27FC236}">
                <a16:creationId xmlns:a16="http://schemas.microsoft.com/office/drawing/2014/main" id="{D364C9AD-B650-43A1-A2A4-C841187E1159}"/>
              </a:ext>
            </a:extLst>
          </p:cNvPr>
          <p:cNvSpPr>
            <a:spLocks xmlns:a="http://schemas.openxmlformats.org/drawingml/2006/main" noGrp="1"/>
          </p:cNvSpPr>
          <p:nvPr/>
        </p:nvSpPr>
        <p:spPr>
          <a:xfrm xmlns:a="http://schemas.openxmlformats.org/drawingml/2006/main">
            <a:off x="1457325" y="2724150"/>
            <a:ext cx="9953625" cy="3262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023160"/>
                </a:solidFill>
                <a:latin typeface="Arial"/>
                <a:ea typeface="Arial"/>
                <a:cs typeface="Arial"/>
              </a:defRPr>
            </a:pPr>
            <a:r>
              <a:rPr sz="1875" b="0">
                <a:solidFill>
                  <a:srgbClr val="023160"/>
                </a:solidFill>
                <a:latin typeface="Arial"/>
                <a:ea typeface="Arial"/>
                <a:cs typeface="Arial"/>
              </a:rPr>
              <a:t>self.lowpass = GraphLowPass()</a:t>
            </a:r>
          </a:p>
        </p:txBody>
      </p:sp>
      <p:sp>
        <p:nvSpPr>
          <p:cNvPr id="42" name="self.lin = nn.Linear(in_dim, out_dim)">
            <a:extLst xmlns:a="http://schemas.openxmlformats.org/drawingml/2006/main">
              <a:ext uri="{FF2B5EF4-FFF2-40B4-BE49-F238E27FC236}">
                <a16:creationId xmlns:a16="http://schemas.microsoft.com/office/drawing/2014/main" id="{E6DCD504-6ADE-4F79-B737-0B2C47957D88}"/>
              </a:ext>
            </a:extLst>
          </p:cNvPr>
          <p:cNvSpPr>
            <a:spLocks xmlns:a="http://schemas.openxmlformats.org/drawingml/2006/main" noGrp="1"/>
          </p:cNvSpPr>
          <p:nvPr/>
        </p:nvSpPr>
        <p:spPr>
          <a:xfrm xmlns:a="http://schemas.openxmlformats.org/drawingml/2006/main">
            <a:off x="1457325" y="3057525"/>
            <a:ext cx="9953625" cy="3262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023160"/>
                </a:solidFill>
                <a:latin typeface="Arial"/>
                <a:ea typeface="Arial"/>
                <a:cs typeface="Arial"/>
              </a:defRPr>
            </a:pPr>
            <a:r>
              <a:rPr sz="1875" b="0">
                <a:solidFill>
                  <a:srgbClr val="023160"/>
                </a:solidFill>
                <a:latin typeface="Arial"/>
                <a:ea typeface="Arial"/>
                <a:cs typeface="Arial"/>
              </a:rPr>
              <a:t>self.lin = nn.Linear(in_dim, out_dim)</a:t>
            </a:r>
          </a:p>
        </p:txBody>
      </p:sp>
      <p:sp>
        <p:nvSpPr>
          <p:cNvPr id="43" name="self.norm = nn.LayerNorm(out_dim)">
            <a:extLst xmlns:a="http://schemas.openxmlformats.org/drawingml/2006/main">
              <a:ext uri="{FF2B5EF4-FFF2-40B4-BE49-F238E27FC236}">
                <a16:creationId xmlns:a16="http://schemas.microsoft.com/office/drawing/2014/main" id="{9D7CE8A1-5E83-44EE-9051-6D234A66D659}"/>
              </a:ext>
            </a:extLst>
          </p:cNvPr>
          <p:cNvSpPr>
            <a:spLocks xmlns:a="http://schemas.openxmlformats.org/drawingml/2006/main" noGrp="1"/>
          </p:cNvSpPr>
          <p:nvPr/>
        </p:nvSpPr>
        <p:spPr>
          <a:xfrm xmlns:a="http://schemas.openxmlformats.org/drawingml/2006/main">
            <a:off x="1457325" y="3390900"/>
            <a:ext cx="9953625" cy="3262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023160"/>
                </a:solidFill>
                <a:latin typeface="Arial"/>
                <a:ea typeface="Arial"/>
                <a:cs typeface="Arial"/>
              </a:defRPr>
            </a:pPr>
            <a:r>
              <a:rPr sz="1875" b="0">
                <a:solidFill>
                  <a:srgbClr val="023160"/>
                </a:solidFill>
                <a:latin typeface="Arial"/>
                <a:ea typeface="Arial"/>
                <a:cs typeface="Arial"/>
              </a:rPr>
              <a:t>self.norm = nn.LayerNorm(out_dim)</a:t>
            </a:r>
          </a:p>
        </p:txBody>
      </p:sp>
      <p:sp>
        <p:nvSpPr>
          <p:cNvPr id="44" name="self.dropout = nn.Dropout(dropout)">
            <a:extLst xmlns:a="http://schemas.openxmlformats.org/drawingml/2006/main">
              <a:ext uri="{FF2B5EF4-FFF2-40B4-BE49-F238E27FC236}">
                <a16:creationId xmlns:a16="http://schemas.microsoft.com/office/drawing/2014/main" id="{2FDE7BA3-1D9A-4E90-A528-6E84776A859E}"/>
              </a:ext>
            </a:extLst>
          </p:cNvPr>
          <p:cNvSpPr>
            <a:spLocks xmlns:a="http://schemas.openxmlformats.org/drawingml/2006/main" noGrp="1"/>
          </p:cNvSpPr>
          <p:nvPr/>
        </p:nvSpPr>
        <p:spPr>
          <a:xfrm xmlns:a="http://schemas.openxmlformats.org/drawingml/2006/main">
            <a:off x="1457325" y="3724275"/>
            <a:ext cx="9953625" cy="3262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023160"/>
                </a:solidFill>
                <a:latin typeface="Arial"/>
                <a:ea typeface="Arial"/>
                <a:cs typeface="Arial"/>
              </a:defRPr>
            </a:pPr>
            <a:r>
              <a:rPr sz="1875" b="0">
                <a:solidFill>
                  <a:srgbClr val="023160"/>
                </a:solidFill>
                <a:latin typeface="Arial"/>
                <a:ea typeface="Arial"/>
                <a:cs typeface="Arial"/>
              </a:rPr>
              <a:t>self.dropout = nn.Dropout(dropout)</a:t>
            </a:r>
          </a:p>
        </p:txBody>
      </p:sp>
      <p:sp>
        <p:nvSpPr>
          <p:cNvPr id="45" name=" ">
            <a:extLst xmlns:a="http://schemas.openxmlformats.org/drawingml/2006/main">
              <a:ext uri="{FF2B5EF4-FFF2-40B4-BE49-F238E27FC236}">
                <a16:creationId xmlns:a16="http://schemas.microsoft.com/office/drawing/2014/main" id="{337339DD-B07F-453C-BA25-7CDC951D2717}"/>
              </a:ext>
            </a:extLst>
          </p:cNvPr>
          <p:cNvSpPr>
            <a:spLocks xmlns:a="http://schemas.openxmlformats.org/drawingml/2006/main" noGrp="1"/>
          </p:cNvSpPr>
          <p:nvPr/>
        </p:nvSpPr>
        <p:spPr>
          <a:xfrm xmlns:a="http://schemas.openxmlformats.org/drawingml/2006/main">
            <a:off x="790575" y="4057650"/>
            <a:ext cx="10620375" cy="3262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023160"/>
                </a:solidFill>
                <a:latin typeface="Arial"/>
                <a:ea typeface="Arial"/>
                <a:cs typeface="Arial"/>
              </a:defRPr>
            </a:pPr>
            <a:r>
              <a:rPr sz="1875" b="0">
                <a:solidFill>
                  <a:srgbClr val="023160"/>
                </a:solidFill>
                <a:latin typeface="Arial"/>
                <a:ea typeface="Arial"/>
                <a:cs typeface="Arial"/>
              </a:rPr>
              <a:t> </a:t>
            </a:r>
          </a:p>
        </p:txBody>
      </p:sp>
      <p:sp>
        <p:nvSpPr>
          <p:cNvPr id="46" name="def forward(self, x, edge_index, edge_weight=">
            <a:extLst xmlns:a="http://schemas.openxmlformats.org/drawingml/2006/main">
              <a:ext uri="{FF2B5EF4-FFF2-40B4-BE49-F238E27FC236}">
                <a16:creationId xmlns:a16="http://schemas.microsoft.com/office/drawing/2014/main" id="{B0B20518-4482-4AD4-85FD-561C9E24DED8}"/>
              </a:ext>
            </a:extLst>
          </p:cNvPr>
          <p:cNvSpPr>
            <a:spLocks xmlns:a="http://schemas.openxmlformats.org/drawingml/2006/main" noGrp="1"/>
          </p:cNvSpPr>
          <p:nvPr/>
        </p:nvSpPr>
        <p:spPr>
          <a:xfrm xmlns:a="http://schemas.openxmlformats.org/drawingml/2006/main">
            <a:off x="1123950" y="4391025"/>
            <a:ext cx="10287000" cy="3262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023160"/>
                </a:solidFill>
                <a:latin typeface="Arial"/>
                <a:ea typeface="Arial"/>
                <a:cs typeface="Arial"/>
              </a:defRPr>
            </a:pPr>
            <a:r>
              <a:rPr sz="1875" b="0">
                <a:solidFill>
                  <a:srgbClr val="023160"/>
                </a:solidFill>
                <a:latin typeface="Arial"/>
                <a:ea typeface="Arial"/>
                <a:cs typeface="Arial"/>
              </a:rPr>
              <a:t>def forward(self, x, edge_index, edge_weight=None):</a:t>
            </a:r>
          </a:p>
        </p:txBody>
      </p:sp>
      <p:sp>
        <p:nvSpPr>
          <p:cNvPr id="47" name="highpass = x - self.lowpass(x, edge_index, ed">
            <a:extLst xmlns:a="http://schemas.openxmlformats.org/drawingml/2006/main">
              <a:ext uri="{FF2B5EF4-FFF2-40B4-BE49-F238E27FC236}">
                <a16:creationId xmlns:a16="http://schemas.microsoft.com/office/drawing/2014/main" id="{03FA9231-0330-4831-9570-A22057BB55B8}"/>
              </a:ext>
            </a:extLst>
          </p:cNvPr>
          <p:cNvSpPr>
            <a:spLocks xmlns:a="http://schemas.openxmlformats.org/drawingml/2006/main" noGrp="1"/>
          </p:cNvSpPr>
          <p:nvPr/>
        </p:nvSpPr>
        <p:spPr>
          <a:xfrm xmlns:a="http://schemas.openxmlformats.org/drawingml/2006/main">
            <a:off x="1457325" y="4724400"/>
            <a:ext cx="9953625" cy="3262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023160"/>
                </a:solidFill>
                <a:latin typeface="Arial"/>
                <a:ea typeface="Arial"/>
                <a:cs typeface="Arial"/>
              </a:defRPr>
            </a:pPr>
            <a:r>
              <a:rPr sz="1875" b="0">
                <a:solidFill>
                  <a:srgbClr val="023160"/>
                </a:solidFill>
                <a:latin typeface="Arial"/>
                <a:ea typeface="Arial"/>
                <a:cs typeface="Arial"/>
              </a:rPr>
              <a:t>highpass = x - self.lowpass(x, edge_index, edge_weight)</a:t>
            </a:r>
          </a:p>
        </p:txBody>
      </p:sp>
      <p:sp>
        <p:nvSpPr>
          <p:cNvPr id="48" name="return self.dropout(F.relu(self.norm(self.lin">
            <a:extLst xmlns:a="http://schemas.openxmlformats.org/drawingml/2006/main">
              <a:ext uri="{FF2B5EF4-FFF2-40B4-BE49-F238E27FC236}">
                <a16:creationId xmlns:a16="http://schemas.microsoft.com/office/drawing/2014/main" id="{D00D2020-7BE0-4401-BC51-CE8A17BD6B5F}"/>
              </a:ext>
            </a:extLst>
          </p:cNvPr>
          <p:cNvSpPr>
            <a:spLocks xmlns:a="http://schemas.openxmlformats.org/drawingml/2006/main" noGrp="1"/>
          </p:cNvSpPr>
          <p:nvPr/>
        </p:nvSpPr>
        <p:spPr>
          <a:xfrm xmlns:a="http://schemas.openxmlformats.org/drawingml/2006/main">
            <a:off x="1457325" y="5057775"/>
            <a:ext cx="9953625" cy="3262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023160"/>
                </a:solidFill>
                <a:latin typeface="Arial"/>
                <a:ea typeface="Arial"/>
                <a:cs typeface="Arial"/>
              </a:defRPr>
            </a:pPr>
            <a:r>
              <a:rPr sz="1875" b="0">
                <a:solidFill>
                  <a:srgbClr val="023160"/>
                </a:solidFill>
                <a:latin typeface="Arial"/>
                <a:ea typeface="Arial"/>
                <a:cs typeface="Arial"/>
              </a:rPr>
              <a:t>return self.dropout(F.relu(self.norm(self.lin(highpass))))</a:t>
            </a:r>
          </a:p>
        </p:txBody>
      </p:sp>
      <p:sp>
        <p:nvSpPr>
          <p:cNvPr id="49" name="The scratch notebook also defines preprocessi">
            <a:extLst xmlns:a="http://schemas.openxmlformats.org/drawingml/2006/main">
              <a:ext uri="{FF2B5EF4-FFF2-40B4-BE49-F238E27FC236}">
                <a16:creationId xmlns:a16="http://schemas.microsoft.com/office/drawing/2014/main" id="{7ABB8F2A-10C8-4D6E-B190-7ED3C7923BC5}"/>
              </a:ext>
            </a:extLst>
          </p:cNvPr>
          <p:cNvSpPr>
            <a:spLocks xmlns:a="http://schemas.openxmlformats.org/drawingml/2006/main" noGrp="1"/>
          </p:cNvSpPr>
          <p:nvPr/>
        </p:nvSpPr>
        <p:spPr>
          <a:xfrm xmlns:a="http://schemas.openxmlformats.org/drawingml/2006/main">
            <a:off x="752475" y="56578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0D4C82"/>
                </a:solidFill>
                <a:latin typeface="Arial"/>
                <a:ea typeface="Arial"/>
                <a:cs typeface="Arial"/>
              </a:defRPr>
            </a:pPr>
            <a:r>
              <a:rPr sz="1800" b="0">
                <a:solidFill>
                  <a:srgbClr val="0D4C82"/>
                </a:solidFill>
                <a:latin typeface="Arial"/>
                <a:ea typeface="Arial"/>
                <a:cs typeface="Arial"/>
              </a:rPr>
              <a:t>The scratch notebook also defines preprocessing, diffusion, boundary detection and ranking.</a:t>
            </a:r>
          </a:p>
        </p:txBody>
      </p:sp>
      <p:sp>
        <p:nvSpPr>
          <p:cNvPr id="50" name="Network low-pass: incoming edge-count normali">
            <a:extLst xmlns:a="http://schemas.openxmlformats.org/drawingml/2006/main">
              <a:ext uri="{FF2B5EF4-FFF2-40B4-BE49-F238E27FC236}">
                <a16:creationId xmlns:a16="http://schemas.microsoft.com/office/drawing/2014/main" id="{63FF5EB6-512D-4053-8A08-5780E621D4CC}"/>
              </a:ext>
            </a:extLst>
          </p:cNvPr>
          <p:cNvSpPr>
            <a:spLocks xmlns:a="http://schemas.openxmlformats.org/drawingml/2006/main" noGrp="1"/>
          </p:cNvSpPr>
          <p:nvPr/>
        </p:nvSpPr>
        <p:spPr>
          <a:xfrm xmlns:a="http://schemas.openxmlformats.org/drawingml/2006/main">
            <a:off x="752475" y="6296025"/>
            <a:ext cx="10048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88" b="0">
                <a:solidFill>
                  <a:srgbClr val="666666"/>
                </a:solidFill>
                <a:latin typeface="Arial"/>
                <a:ea typeface="Arial"/>
                <a:cs typeface="Arial"/>
              </a:defRPr>
            </a:pPr>
            <a:r>
              <a:rPr sz="1088" b="0">
                <a:solidFill>
                  <a:srgbClr val="666666"/>
                </a:solidFill>
                <a:latin typeface="Arial"/>
                <a:ea typeface="Arial"/>
                <a:cs typeface="Arial"/>
              </a:rPr>
              <a:t>Network low-pass: incoming edge-count normalization with weight-1 self-loops.</a:t>
            </a:r>
          </a:p>
        </p:txBody>
      </p:sp>
    </p:spTree>
    <p:extLst>
      <p:ext uri="{BB962C8B-B14F-4D97-AF65-F5344CB8AC3E}">
        <p14:creationId xmlns:p14="http://schemas.microsoft.com/office/powerpoint/2010/main" val="620260020"/>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36" name="灯片编号占位符 18">
            <a:extLst xmlns:a="http://schemas.openxmlformats.org/drawingml/2006/main">
              <a:ext uri="{FF2B5EF4-FFF2-40B4-BE49-F238E27FC236}">
                <a16:creationId xmlns:a16="http://schemas.microsoft.com/office/drawing/2014/main" id="{B311809E-7174-EF81-2BDE-4FC1B4CF1C4C}"/>
              </a:ext>
            </a:extLst>
          </p:cNvPr>
          <p:cNvSpPr>
            <a:spLocks xmlns:a="http://schemas.openxmlformats.org/drawingml/2006/main" noGrp="1"/>
          </p:cNvSpPr>
          <p:nvPr/>
        </p:nvSpPr>
        <p:spPr>
          <a:xfrm xmlns:a="http://schemas.openxmlformats.org/drawingml/2006/main">
            <a:off x="9302750" y="6356350"/>
            <a:ext cx="2743200" cy="365125"/>
          </a:xfrm>
          <a:prstGeom xmlns:a="http://schemas.openxmlformats.org/drawingml/2006/main" prst="rect">
            <a:avLst/>
          </a:prstGeom>
        </p:spPr>
        <p:txBody>
          <a:bodyPr xmlns:a="http://schemas.openxmlformats.org/drawingml/2006/main">
            <a:noAutofit/>
          </a:bodyPr>
          <a:lstStyle xmlns:a="http://schemas.openxmlformats.org/drawingml/2006/main">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a:lstStyle>
          <a:p xmlns:a="http://schemas.openxmlformats.org/drawingml/2006/main">
            <a:pPr algn="r">
              <a:buNone/>
              <a:defRPr sz="1800">
                <a:solidFill>
                  <a:srgbClr val="000000"/>
                </a:solidFill>
                <a:latin typeface="Arial"/>
                <a:ea typeface="Arial"/>
                <a:cs typeface="Arial"/>
              </a:defRPr>
            </a:pPr>
            <a:fld id="{A4E99CEF-AF55-BA3C-ADF8-4E52E186DD8F}" type="slidenum">
              <a:rPr sz="1800">
                <a:solidFill>
                  <a:srgbClr val="000000"/>
                </a:solidFill>
                <a:latin typeface="Arial"/>
                <a:ea typeface="Arial"/>
                <a:cs typeface="Arial"/>
              </a:rPr>
              <a:t>23</a:t>
            </a:fld>
            <a:endParaRPr>
              <a:latin typeface="Arial"/>
              <a:ea typeface="Arial"/>
              <a:cs typeface="Arial"/>
            </a:endParaRPr>
          </a:p>
        </p:txBody>
      </p:sp>
      <p:sp>
        <p:nvSpPr>
          <p:cNvPr id="3" name="文本框 2">
            <a:extLst xmlns:a="http://schemas.openxmlformats.org/drawingml/2006/main">
              <a:ext uri="{FF2B5EF4-FFF2-40B4-BE49-F238E27FC236}">
                <a16:creationId xmlns:a16="http://schemas.microsoft.com/office/drawing/2014/main" id="{B7E2D4FF-A7FB-B832-04E8-442A96B4B142}"/>
              </a:ext>
            </a:extLst>
          </p:cNvPr>
          <p:cNvSpPr>
            <a:spLocks xmlns:a="http://schemas.openxmlformats.org/drawingml/2006/main" noGrp="1"/>
          </p:cNvSpPr>
          <p:nvPr/>
        </p:nvSpPr>
        <p:spPr>
          <a:xfrm xmlns:a="http://schemas.openxmlformats.org/drawingml/2006/main">
            <a:off x="657987" y="228600"/>
            <a:ext cx="10858500" cy="480060"/>
          </a:xfrm>
          <a:prstGeom xmlns:a="http://schemas.openxmlformats.org/drawingml/2006/main" prst="rect">
            <a:avLst/>
          </a:prstGeom>
          <a:noFill xmlns:a="http://schemas.openxmlformats.org/drawingml/2006/main"/>
        </p:spPr>
        <p:txBody>
          <a:bodyPr xmlns:a="http://schemas.openxmlformats.org/drawingml/2006/main" wrap="none" lIns="0" tIns="0" rIns="0" bIns="0">
            <a:noAutofit/>
          </a:bodyPr>
          <a:lstStyle xmlns:a="http://schemas.openxmlformats.org/drawingml/2006/main"/>
          <a:p xmlns:a="http://schemas.openxmlformats.org/drawingml/2006/main">
            <a:pPr defTabSz="914400">
              <a:buNone/>
              <a:defRPr sz="2550" b="1">
                <a:solidFill>
                  <a:srgbClr val="0D4C82"/>
                </a:solidFill>
                <a:latin typeface="Arial"/>
                <a:ea typeface="Arial"/>
                <a:cs typeface="Arial"/>
              </a:defRPr>
            </a:pPr>
            <a:r>
              <a:rPr sz="2550" b="1">
                <a:solidFill>
                  <a:srgbClr val="0D4C82"/>
                </a:solidFill>
                <a:latin typeface="Arial"/>
                <a:ea typeface="Arial"/>
                <a:cs typeface="Arial"/>
              </a:rPr>
              <a:t>Implementation and original-code comparisons</a:t>
            </a:r>
            <a:endParaRPr sz="2400" b="1">
              <a:solidFill>
                <a:schemeClr val="bg2"/>
              </a:solidFill>
              <a:latin typeface="Arial"/>
              <a:ea typeface="Arial"/>
              <a:cs typeface="Arial"/>
            </a:endParaRPr>
          </a:p>
        </p:txBody>
      </p:sp>
      <p:graphicFrame>
        <p:nvGraphicFramePr>
          <p:cNvPr id="43" name="表格 41"/>
          <p:cNvGraphicFramePr/>
          <p:nvPr/>
        </p:nvGraphicFramePr>
        <p:xfrm>
          <a:off xmlns:a="http://schemas.openxmlformats.org/drawingml/2006/main" x="762000" y="1609725"/>
          <a:ext xmlns:a="http://schemas.openxmlformats.org/drawingml/2006/main" cx="10668000" cy="3162300"/>
        </p:xfrm>
        <a:graphic xmlns:a="http://schemas.openxmlformats.org/drawingml/2006/main">
          <a:graphicData uri="http://schemas.openxmlformats.org/drawingml/2006/table">
            <a:tbl>
              <a:tblPr firstRow="1"/>
              <a:tblGrid>
                <a:gridCol w="4572000"/>
                <a:gridCol w="3048000"/>
                <a:gridCol w="3048000"/>
              </a:tblGrid>
              <a:tr h="632460">
                <a:tc>
                  <a:txBody>
                    <a:bodyPr/>
                    <a:lstStyle/>
                    <a:p>
                      <a:pPr algn="l">
                        <a:buNone/>
                      </a:pPr>
                      <a:r>
                        <a:rPr sz="1875" b="1">
                          <a:solidFill>
                            <a:srgbClr val="FFFFFF"/>
                          </a:solidFill>
                          <a:latin typeface="Arial"/>
                          <a:ea typeface="Arial"/>
                          <a:cs typeface="Arial"/>
                        </a:rPr>
                        <a:t>Comparison</a:t>
                      </a:r>
                    </a:p>
                  </a:txBody>
                  <a:tcPr marL="91440" marR="91440" marT="45720" marB="45720" anchor="ctr">
                    <a:solidFill>
                      <a:srgbClr val="0D4C82"/>
                    </a:solidFill>
                  </a:tcPr>
                </a:tc>
                <a:tc>
                  <a:txBody>
                    <a:bodyPr/>
                    <a:lstStyle/>
                    <a:p>
                      <a:pPr algn="l">
                        <a:buNone/>
                      </a:pPr>
                      <a:r>
                        <a:rPr sz="1875" b="1">
                          <a:solidFill>
                            <a:srgbClr val="FFFFFF"/>
                          </a:solidFill>
                          <a:latin typeface="Arial"/>
                          <a:ea typeface="Arial"/>
                          <a:cs typeface="Arial"/>
                        </a:rPr>
                        <a:t>MET-MAP</a:t>
                      </a:r>
                    </a:p>
                  </a:txBody>
                  <a:tcPr marL="91440" marR="91440" marT="45720" marB="45720" anchor="ctr">
                    <a:solidFill>
                      <a:srgbClr val="0D4C82"/>
                    </a:solidFill>
                  </a:tcPr>
                </a:tc>
                <a:tc>
                  <a:txBody>
                    <a:bodyPr/>
                    <a:lstStyle/>
                    <a:p>
                      <a:pPr algn="l">
                        <a:buNone/>
                      </a:pPr>
                      <a:r>
                        <a:rPr sz="1875" b="1">
                          <a:solidFill>
                            <a:srgbClr val="FFFFFF"/>
                          </a:solidFill>
                          <a:latin typeface="Arial"/>
                          <a:ea typeface="Arial"/>
                          <a:cs typeface="Arial"/>
                        </a:rPr>
                        <a:t>SIGMA</a:t>
                      </a:r>
                    </a:p>
                  </a:txBody>
                  <a:tcPr marL="91440" marR="91440" marT="45720" marB="45720" anchor="ctr">
                    <a:solidFill>
                      <a:srgbClr val="0D4C82"/>
                    </a:solidFill>
                  </a:tcPr>
                </a:tc>
              </a:tr>
              <a:tr h="632460">
                <a:tc>
                  <a:txBody>
                    <a:bodyPr/>
                    <a:lstStyle/>
                    <a:p>
                      <a:pPr algn="l">
                        <a:buNone/>
                      </a:pPr>
                      <a:r>
                        <a:rPr sz="1875" b="0">
                          <a:solidFill>
                            <a:srgbClr val="222222"/>
                          </a:solidFill>
                          <a:latin typeface="Arial"/>
                          <a:ea typeface="Arial"/>
                          <a:cs typeface="Arial"/>
                        </a:rPr>
                        <a:t>Input identity and spot order</a:t>
                      </a:r>
                    </a:p>
                  </a:txBody>
                  <a:tcPr marL="91440" marR="91440" marT="45720" marB="45720" anchor="ctr">
                    <a:solidFill>
                      <a:srgbClr val="FFFFFF"/>
                    </a:solidFill>
                  </a:tcPr>
                </a:tc>
                <a:tc>
                  <a:txBody>
                    <a:bodyPr/>
                    <a:lstStyle/>
                    <a:p>
                      <a:pPr algn="l">
                        <a:buNone/>
                      </a:pPr>
                      <a:r>
                        <a:rPr sz="1875" b="0">
                          <a:solidFill>
                            <a:srgbClr val="222222"/>
                          </a:solidFill>
                          <a:latin typeface="Arial"/>
                          <a:ea typeface="Arial"/>
                          <a:cs typeface="Arial"/>
                        </a:rPr>
                        <a:t>Matched</a:t>
                      </a:r>
                    </a:p>
                  </a:txBody>
                  <a:tcPr marL="91440" marR="91440" marT="45720" marB="45720" anchor="ctr">
                    <a:solidFill>
                      <a:srgbClr val="FFFFFF"/>
                    </a:solidFill>
                  </a:tcPr>
                </a:tc>
                <a:tc>
                  <a:txBody>
                    <a:bodyPr/>
                    <a:lstStyle/>
                    <a:p>
                      <a:pPr algn="l">
                        <a:buNone/>
                      </a:pPr>
                      <a:r>
                        <a:rPr sz="1875" b="0">
                          <a:solidFill>
                            <a:srgbClr val="222222"/>
                          </a:solidFill>
                          <a:latin typeface="Arial"/>
                          <a:ea typeface="Arial"/>
                          <a:cs typeface="Arial"/>
                        </a:rPr>
                        <a:t>Matched</a:t>
                      </a:r>
                    </a:p>
                  </a:txBody>
                  <a:tcPr marL="91440" marR="91440" marT="45720" marB="45720" anchor="ctr">
                    <a:solidFill>
                      <a:srgbClr val="FFFFFF"/>
                    </a:solidFill>
                  </a:tcPr>
                </a:tc>
              </a:tr>
              <a:tr h="632460">
                <a:tc>
                  <a:txBody>
                    <a:bodyPr/>
                    <a:lstStyle/>
                    <a:p>
                      <a:pPr algn="l">
                        <a:buNone/>
                      </a:pPr>
                      <a:r>
                        <a:rPr sz="1875" b="0">
                          <a:solidFill>
                            <a:srgbClr val="222222"/>
                          </a:solidFill>
                          <a:latin typeface="Arial"/>
                          <a:ea typeface="Arial"/>
                          <a:cs typeface="Arial"/>
                        </a:rPr>
                        <a:t>Training loss arrays</a:t>
                      </a:r>
                    </a:p>
                  </a:txBody>
                  <a:tcPr marL="91440" marR="91440" marT="45720" marB="45720" anchor="ctr">
                    <a:solidFill>
                      <a:srgbClr val="FFFFFF"/>
                    </a:solidFill>
                  </a:tcPr>
                </a:tc>
                <a:tc>
                  <a:txBody>
                    <a:bodyPr/>
                    <a:lstStyle/>
                    <a:p>
                      <a:pPr algn="l">
                        <a:buNone/>
                      </a:pPr>
                      <a:r>
                        <a:rPr sz="1875" b="0">
                          <a:solidFill>
                            <a:srgbClr val="222222"/>
                          </a:solidFill>
                          <a:latin typeface="Arial"/>
                          <a:ea typeface="Arial"/>
                          <a:cs typeface="Arial"/>
                        </a:rPr>
                        <a:t>Maximum difference 0</a:t>
                      </a:r>
                    </a:p>
                  </a:txBody>
                  <a:tcPr marL="91440" marR="91440" marT="45720" marB="45720" anchor="ctr">
                    <a:solidFill>
                      <a:srgbClr val="FFFFFF"/>
                    </a:solidFill>
                  </a:tcPr>
                </a:tc>
                <a:tc>
                  <a:txBody>
                    <a:bodyPr/>
                    <a:lstStyle/>
                    <a:p>
                      <a:pPr algn="l">
                        <a:buNone/>
                      </a:pPr>
                      <a:r>
                        <a:rPr sz="1875" b="0">
                          <a:solidFill>
                            <a:srgbClr val="222222"/>
                          </a:solidFill>
                          <a:latin typeface="Arial"/>
                          <a:ea typeface="Arial"/>
                          <a:cs typeface="Arial"/>
                        </a:rPr>
                        <a:t>Maximum difference 0</a:t>
                      </a:r>
                    </a:p>
                  </a:txBody>
                  <a:tcPr marL="91440" marR="91440" marT="45720" marB="45720" anchor="ctr">
                    <a:solidFill>
                      <a:srgbClr val="FFFFFF"/>
                    </a:solidFill>
                  </a:tcPr>
                </a:tc>
              </a:tr>
              <a:tr h="632460">
                <a:tc>
                  <a:txBody>
                    <a:bodyPr/>
                    <a:lstStyle/>
                    <a:p>
                      <a:pPr algn="l">
                        <a:buNone/>
                      </a:pPr>
                      <a:r>
                        <a:rPr sz="1875" b="0">
                          <a:solidFill>
                            <a:srgbClr val="222222"/>
                          </a:solidFill>
                          <a:latin typeface="Arial"/>
                          <a:ea typeface="Arial"/>
                          <a:cs typeface="Arial"/>
                        </a:rPr>
                        <a:t>Core model outputs</a:t>
                      </a:r>
                    </a:p>
                  </a:txBody>
                  <a:tcPr marL="91440" marR="91440" marT="45720" marB="45720" anchor="ctr">
                    <a:solidFill>
                      <a:srgbClr val="FFFFFF"/>
                    </a:solidFill>
                  </a:tcPr>
                </a:tc>
                <a:tc>
                  <a:txBody>
                    <a:bodyPr/>
                    <a:lstStyle/>
                    <a:p>
                      <a:pPr algn="l">
                        <a:buNone/>
                      </a:pPr>
                      <a:r>
                        <a:rPr sz="1875" b="0">
                          <a:solidFill>
                            <a:srgbClr val="222222"/>
                          </a:solidFill>
                          <a:latin typeface="Arial"/>
                          <a:ea typeface="Arial"/>
                          <a:cs typeface="Arial"/>
                        </a:rPr>
                        <a:t>Maximum difference 0</a:t>
                      </a:r>
                    </a:p>
                  </a:txBody>
                  <a:tcPr marL="91440" marR="91440" marT="45720" marB="45720" anchor="ctr">
                    <a:solidFill>
                      <a:srgbClr val="FFFFFF"/>
                    </a:solidFill>
                  </a:tcPr>
                </a:tc>
                <a:tc>
                  <a:txBody>
                    <a:bodyPr/>
                    <a:lstStyle/>
                    <a:p>
                      <a:pPr algn="l">
                        <a:buNone/>
                      </a:pPr>
                      <a:r>
                        <a:rPr sz="1875" b="0">
                          <a:solidFill>
                            <a:srgbClr val="222222"/>
                          </a:solidFill>
                          <a:latin typeface="Arial"/>
                          <a:ea typeface="Arial"/>
                          <a:cs typeface="Arial"/>
                        </a:rPr>
                        <a:t>Maximum difference 0</a:t>
                      </a:r>
                    </a:p>
                  </a:txBody>
                  <a:tcPr marL="91440" marR="91440" marT="45720" marB="45720" anchor="ctr">
                    <a:solidFill>
                      <a:srgbClr val="FFFFFF"/>
                    </a:solidFill>
                  </a:tcPr>
                </a:tc>
              </a:tr>
              <a:tr h="632460">
                <a:tc>
                  <a:txBody>
                    <a:bodyPr/>
                    <a:lstStyle/>
                    <a:p>
                      <a:pPr algn="l">
                        <a:buNone/>
                      </a:pPr>
                      <a:r>
                        <a:rPr sz="1875" b="0">
                          <a:solidFill>
                            <a:srgbClr val="222222"/>
                          </a:solidFill>
                          <a:latin typeface="Arial"/>
                          <a:ea typeface="Arial"/>
                          <a:cs typeface="Arial"/>
                        </a:rPr>
                        <a:t>Feature ranking / programs</a:t>
                      </a:r>
                    </a:p>
                  </a:txBody>
                  <a:tcPr marL="91440" marR="91440" marT="45720" marB="45720" anchor="ctr">
                    <a:solidFill>
                      <a:srgbClr val="FFFFFF"/>
                    </a:solidFill>
                  </a:tcPr>
                </a:tc>
                <a:tc>
                  <a:txBody>
                    <a:bodyPr/>
                    <a:lstStyle/>
                    <a:p>
                      <a:pPr algn="l">
                        <a:buNone/>
                      </a:pPr>
                      <a:r>
                        <a:rPr sz="1875" b="0">
                          <a:solidFill>
                            <a:srgbClr val="222222"/>
                          </a:solidFill>
                          <a:latin typeface="Arial"/>
                          <a:ea typeface="Arial"/>
                          <a:cs typeface="Arial"/>
                        </a:rPr>
                        <a:t>Maximum difference 0</a:t>
                      </a:r>
                    </a:p>
                  </a:txBody>
                  <a:tcPr marL="91440" marR="91440" marT="45720" marB="45720" anchor="ctr">
                    <a:solidFill>
                      <a:srgbClr val="FFFFFF"/>
                    </a:solidFill>
                  </a:tcPr>
                </a:tc>
                <a:tc>
                  <a:txBody>
                    <a:bodyPr/>
                    <a:lstStyle/>
                    <a:p>
                      <a:pPr algn="l">
                        <a:buNone/>
                      </a:pPr>
                      <a:r>
                        <a:rPr sz="1875" b="0">
                          <a:solidFill>
                            <a:srgbClr val="222222"/>
                          </a:solidFill>
                          <a:latin typeface="Arial"/>
                          <a:ea typeface="Arial"/>
                          <a:cs typeface="Arial"/>
                        </a:rPr>
                        <a:t>Maximum difference 0</a:t>
                      </a:r>
                    </a:p>
                  </a:txBody>
                  <a:tcPr marL="91440" marR="91440" marT="45720" marB="45720" anchor="ctr">
                    <a:solidFill>
                      <a:srgbClr val="FFFFFF"/>
                    </a:solidFill>
                  </a:tcPr>
                </a:tc>
              </a:tr>
            </a:tbl>
          </a:graphicData>
        </a:graphic>
      </p:graphicFrame>
      <p:sp>
        <p:nvSpPr>
          <p:cNvPr id="38" name="46 recorded checks passed">
            <a:extLst xmlns:a="http://schemas.openxmlformats.org/drawingml/2006/main">
              <a:ext uri="{FF2B5EF4-FFF2-40B4-BE49-F238E27FC236}">
                <a16:creationId xmlns:a16="http://schemas.microsoft.com/office/drawing/2014/main" id="{2D6BDF5E-014F-438B-AE14-4FF9DE58E5AB}"/>
              </a:ext>
            </a:extLst>
          </p:cNvPr>
          <p:cNvSpPr>
            <a:spLocks xmlns:a="http://schemas.openxmlformats.org/drawingml/2006/main" noGrp="1"/>
          </p:cNvSpPr>
          <p:nvPr/>
        </p:nvSpPr>
        <p:spPr>
          <a:xfrm xmlns:a="http://schemas.openxmlformats.org/drawingml/2006/main">
            <a:off x="771525" y="5191125"/>
            <a:ext cx="10620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0D4C82"/>
                </a:solidFill>
                <a:latin typeface="Arial"/>
                <a:ea typeface="Arial"/>
                <a:cs typeface="Arial"/>
              </a:defRPr>
            </a:pPr>
            <a:r>
              <a:rPr sz="2550" b="1">
                <a:solidFill>
                  <a:srgbClr val="0D4C82"/>
                </a:solidFill>
                <a:latin typeface="Arial"/>
                <a:ea typeface="Arial"/>
                <a:cs typeface="Arial"/>
              </a:rPr>
              <a:t>36 paired checks and 62 original-code checks passed</a:t>
            </a:r>
          </a:p>
        </p:txBody>
      </p:sp>
      <p:sp>
        <p:nvSpPr>
          <p:cNvPr id="39" name="Evidence: verification.json and implementatio">
            <a:extLst xmlns:a="http://schemas.openxmlformats.org/drawingml/2006/main">
              <a:ext uri="{FF2B5EF4-FFF2-40B4-BE49-F238E27FC236}">
                <a16:creationId xmlns:a16="http://schemas.microsoft.com/office/drawing/2014/main" id="{1F9809AC-A6A7-4301-A428-668AC863242D}"/>
              </a:ext>
            </a:extLst>
          </p:cNvPr>
          <p:cNvSpPr>
            <a:spLocks xmlns:a="http://schemas.openxmlformats.org/drawingml/2006/main" noGrp="1"/>
          </p:cNvSpPr>
          <p:nvPr/>
        </p:nvSpPr>
        <p:spPr>
          <a:xfrm xmlns:a="http://schemas.openxmlformats.org/drawingml/2006/main">
            <a:off x="752475" y="6181725"/>
            <a:ext cx="10048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88" b="0">
                <a:solidFill>
                  <a:srgbClr val="666666"/>
                </a:solidFill>
                <a:latin typeface="Arial"/>
                <a:ea typeface="Arial"/>
                <a:cs typeface="Arial"/>
              </a:defRPr>
            </a:pPr>
            <a:r>
              <a:rPr sz="1088" b="0">
                <a:solidFill>
                  <a:srgbClr val="666666"/>
                </a:solidFill>
                <a:latin typeface="Arial"/>
                <a:ea typeface="Arial"/>
                <a:cs typeface="Arial"/>
              </a:rPr>
              <a:t>Checks: reference/verification.json · reference/implementation_parity.csv</a:t>
            </a:r>
          </a:p>
        </p:txBody>
      </p:sp>
    </p:spTree>
    <p:extLst>
      <p:ext uri="{BB962C8B-B14F-4D97-AF65-F5344CB8AC3E}">
        <p14:creationId xmlns:p14="http://schemas.microsoft.com/office/powerpoint/2010/main" val="620260021"/>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36" name="灯片编号占位符 18">
            <a:extLst xmlns:a="http://schemas.openxmlformats.org/drawingml/2006/main">
              <a:ext uri="{FF2B5EF4-FFF2-40B4-BE49-F238E27FC236}">
                <a16:creationId xmlns:a16="http://schemas.microsoft.com/office/drawing/2014/main" id="{B311809E-7174-EF81-2BDE-4FC1B4CF1C4C}"/>
              </a:ext>
            </a:extLst>
          </p:cNvPr>
          <p:cNvSpPr>
            <a:spLocks xmlns:a="http://schemas.openxmlformats.org/drawingml/2006/main" noGrp="1"/>
          </p:cNvSpPr>
          <p:nvPr/>
        </p:nvSpPr>
        <p:spPr>
          <a:xfrm xmlns:a="http://schemas.openxmlformats.org/drawingml/2006/main">
            <a:off x="9302750" y="6356350"/>
            <a:ext cx="2743200" cy="365125"/>
          </a:xfrm>
          <a:prstGeom xmlns:a="http://schemas.openxmlformats.org/drawingml/2006/main" prst="rect">
            <a:avLst/>
          </a:prstGeom>
        </p:spPr>
        <p:txBody>
          <a:bodyPr xmlns:a="http://schemas.openxmlformats.org/drawingml/2006/main">
            <a:noAutofit/>
          </a:bodyPr>
          <a:lstStyle xmlns:a="http://schemas.openxmlformats.org/drawingml/2006/main">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a:lstStyle>
          <a:p xmlns:a="http://schemas.openxmlformats.org/drawingml/2006/main">
            <a:pPr algn="r">
              <a:buNone/>
              <a:defRPr sz="1800">
                <a:solidFill>
                  <a:srgbClr val="000000"/>
                </a:solidFill>
                <a:latin typeface="Arial"/>
                <a:ea typeface="Arial"/>
                <a:cs typeface="Arial"/>
              </a:defRPr>
            </a:pPr>
            <a:fld id="{4A59AF09-D197-0193-A7DE-FAAF0B691058}" type="slidenum">
              <a:rPr sz="1800">
                <a:solidFill>
                  <a:srgbClr val="000000"/>
                </a:solidFill>
                <a:latin typeface="Arial"/>
                <a:ea typeface="Arial"/>
                <a:cs typeface="Arial"/>
              </a:rPr>
              <a:t>24</a:t>
            </a:fld>
            <a:endParaRPr>
              <a:latin typeface="Arial"/>
              <a:ea typeface="Arial"/>
              <a:cs typeface="Arial"/>
            </a:endParaRPr>
          </a:p>
        </p:txBody>
      </p:sp>
      <p:sp>
        <p:nvSpPr>
          <p:cNvPr id="3" name="文本框 2">
            <a:extLst xmlns:a="http://schemas.openxmlformats.org/drawingml/2006/main">
              <a:ext uri="{FF2B5EF4-FFF2-40B4-BE49-F238E27FC236}">
                <a16:creationId xmlns:a16="http://schemas.microsoft.com/office/drawing/2014/main" id="{B7E2D4FF-A7FB-B832-04E8-442A96B4B142}"/>
              </a:ext>
            </a:extLst>
          </p:cNvPr>
          <p:cNvSpPr>
            <a:spLocks xmlns:a="http://schemas.openxmlformats.org/drawingml/2006/main" noGrp="1"/>
          </p:cNvSpPr>
          <p:nvPr/>
        </p:nvSpPr>
        <p:spPr>
          <a:xfrm xmlns:a="http://schemas.openxmlformats.org/drawingml/2006/main">
            <a:off x="657987" y="228600"/>
            <a:ext cx="10858500" cy="480060"/>
          </a:xfrm>
          <a:prstGeom xmlns:a="http://schemas.openxmlformats.org/drawingml/2006/main" prst="rect">
            <a:avLst/>
          </a:prstGeom>
          <a:noFill xmlns:a="http://schemas.openxmlformats.org/drawingml/2006/main"/>
        </p:spPr>
        <p:txBody>
          <a:bodyPr xmlns:a="http://schemas.openxmlformats.org/drawingml/2006/main" wrap="none" lIns="0" tIns="0" rIns="0" bIns="0">
            <a:noAutofit/>
          </a:bodyPr>
          <a:lstStyle xmlns:a="http://schemas.openxmlformats.org/drawingml/2006/main"/>
          <a:p xmlns:a="http://schemas.openxmlformats.org/drawingml/2006/main">
            <a:pPr defTabSz="914400">
              <a:buNone/>
              <a:defRPr sz="2550" b="1">
                <a:solidFill>
                  <a:srgbClr val="0D4C82"/>
                </a:solidFill>
                <a:latin typeface="Arial"/>
                <a:ea typeface="Arial"/>
                <a:cs typeface="Arial"/>
              </a:defRPr>
            </a:pPr>
            <a:r>
              <a:rPr sz="2550" b="1">
                <a:solidFill>
                  <a:srgbClr val="0D4C82"/>
                </a:solidFill>
                <a:latin typeface="Arial"/>
                <a:ea typeface="Arial"/>
                <a:cs typeface="Arial"/>
              </a:rPr>
              <a:t>Batch execution and result files</a:t>
            </a:r>
            <a:endParaRPr sz="2400" b="1">
              <a:solidFill>
                <a:schemeClr val="bg2"/>
              </a:solidFill>
              <a:latin typeface="Arial"/>
              <a:ea typeface="Arial"/>
              <a:cs typeface="Arial"/>
            </a:endParaRPr>
          </a:p>
        </p:txBody>
      </p:sp>
      <p:sp>
        <p:nvSpPr>
          <p:cNvPr id="37" name="Run from notebooks/BC515_four_implementations">
            <a:extLst xmlns:a="http://schemas.openxmlformats.org/drawingml/2006/main">
              <a:ext uri="{FF2B5EF4-FFF2-40B4-BE49-F238E27FC236}">
                <a16:creationId xmlns:a16="http://schemas.microsoft.com/office/drawing/2014/main" id="{8D9455AF-69EF-428E-8641-5B03F39B7921}"/>
              </a:ext>
            </a:extLst>
          </p:cNvPr>
          <p:cNvSpPr>
            <a:spLocks xmlns:a="http://schemas.openxmlformats.org/drawingml/2006/main" noGrp="1"/>
          </p:cNvSpPr>
          <p:nvPr/>
        </p:nvSpPr>
        <p:spPr>
          <a:xfrm xmlns:a="http://schemas.openxmlformats.org/drawingml/2006/main">
            <a:off x="752475" y="1000125"/>
            <a:ext cx="107156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222222"/>
                </a:solidFill>
                <a:latin typeface="Arial"/>
                <a:ea typeface="Arial"/>
                <a:cs typeface="Arial"/>
              </a:defRPr>
            </a:pPr>
            <a:r>
              <a:rPr sz="2025" b="0">
                <a:solidFill>
                  <a:srgbClr val="222222"/>
                </a:solidFill>
                <a:latin typeface="Arial"/>
                <a:ea typeface="Arial"/>
                <a:cs typeface="Arial"/>
              </a:rPr>
              <a:t>Run from the METMAP-SIGMA-Tutorials folder</a:t>
            </a:r>
          </a:p>
        </p:txBody>
      </p:sp>
      <p:sp>
        <p:nvSpPr>
          <p:cNvPr id="38" name=".venv/bin/python execute_notebook.py \">
            <a:extLst xmlns:a="http://schemas.openxmlformats.org/drawingml/2006/main">
              <a:ext uri="{FF2B5EF4-FFF2-40B4-BE49-F238E27FC236}">
                <a16:creationId xmlns:a16="http://schemas.microsoft.com/office/drawing/2014/main" id="{4E9B1785-144D-41FC-BF0A-D2A3236A05C2}"/>
              </a:ext>
            </a:extLst>
          </p:cNvPr>
          <p:cNvSpPr>
            <a:spLocks xmlns:a="http://schemas.openxmlformats.org/drawingml/2006/main" noGrp="1"/>
          </p:cNvSpPr>
          <p:nvPr/>
        </p:nvSpPr>
        <p:spPr>
          <a:xfrm xmlns:a="http://schemas.openxmlformats.org/drawingml/2006/main">
            <a:off x="790575" y="1666875"/>
            <a:ext cx="10620375" cy="352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023160"/>
                </a:solidFill>
                <a:latin typeface="Arial"/>
                <a:ea typeface="Arial"/>
                <a:cs typeface="Arial"/>
              </a:defRPr>
            </a:pPr>
            <a:r>
              <a:rPr sz="2025" b="0">
                <a:solidFill>
                  <a:srgbClr val="023160"/>
                </a:solidFill>
                <a:latin typeface="Arial"/>
                <a:ea typeface="Arial"/>
                <a:cs typeface="Arial"/>
              </a:rPr>
              <a:t>python execute_notebook.py 01_METMAP_library.ipynb</a:t>
            </a:r>
          </a:p>
        </p:txBody>
      </p:sp>
      <p:sp>
        <p:nvSpPr>
          <p:cNvPr id="39" name="01_METMAP_library.ipynb \">
            <a:extLst xmlns:a="http://schemas.openxmlformats.org/drawingml/2006/main">
              <a:ext uri="{FF2B5EF4-FFF2-40B4-BE49-F238E27FC236}">
                <a16:creationId xmlns:a16="http://schemas.microsoft.com/office/drawing/2014/main" id="{80750B6D-FAA4-42E7-8A94-046BF5DDF45F}"/>
              </a:ext>
            </a:extLst>
          </p:cNvPr>
          <p:cNvSpPr>
            <a:spLocks xmlns:a="http://schemas.openxmlformats.org/drawingml/2006/main" noGrp="1"/>
          </p:cNvSpPr>
          <p:nvPr/>
        </p:nvSpPr>
        <p:spPr>
          <a:xfrm xmlns:a="http://schemas.openxmlformats.org/drawingml/2006/main">
            <a:off x="790575" y="2026920"/>
            <a:ext cx="10620375" cy="352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023160"/>
                </a:solidFill>
                <a:latin typeface="Arial"/>
                <a:ea typeface="Arial"/>
                <a:cs typeface="Arial"/>
              </a:defRPr>
            </a:pPr>
            <a:r>
              <a:rPr sz="2025" b="0">
                <a:solidFill>
                  <a:srgbClr val="023160"/>
                </a:solidFill>
                <a:latin typeface="Arial"/>
                <a:ea typeface="Arial"/>
                <a:cs typeface="Arial"/>
              </a:rPr>
              <a:t>python execute_notebook.py 03_METMAP_from_scratch.ipynb</a:t>
            </a:r>
          </a:p>
        </p:txBody>
      </p:sp>
      <p:sp>
        <p:nvSpPr>
          <p:cNvPr id="40" name="02_SIGMA_library.ipynb \">
            <a:extLst xmlns:a="http://schemas.openxmlformats.org/drawingml/2006/main">
              <a:ext uri="{FF2B5EF4-FFF2-40B4-BE49-F238E27FC236}">
                <a16:creationId xmlns:a16="http://schemas.microsoft.com/office/drawing/2014/main" id="{697AE1D0-DCC0-4E39-9514-2B6D2CF64BB6}"/>
              </a:ext>
            </a:extLst>
          </p:cNvPr>
          <p:cNvSpPr>
            <a:spLocks xmlns:a="http://schemas.openxmlformats.org/drawingml/2006/main" noGrp="1"/>
          </p:cNvSpPr>
          <p:nvPr/>
        </p:nvSpPr>
        <p:spPr>
          <a:xfrm xmlns:a="http://schemas.openxmlformats.org/drawingml/2006/main">
            <a:off x="790575" y="2386965"/>
            <a:ext cx="10620375" cy="352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023160"/>
                </a:solidFill>
                <a:latin typeface="Arial"/>
                <a:ea typeface="Arial"/>
                <a:cs typeface="Arial"/>
              </a:defRPr>
            </a:pPr>
            <a:r>
              <a:rPr sz="2025" b="0">
                <a:solidFill>
                  <a:srgbClr val="023160"/>
                </a:solidFill>
                <a:latin typeface="Arial"/>
                <a:ea typeface="Arial"/>
                <a:cs typeface="Arial"/>
              </a:rPr>
              <a:t>python execute_notebook.py 02_SIGMA_library.ipynb</a:t>
            </a:r>
          </a:p>
        </p:txBody>
      </p:sp>
      <p:sp>
        <p:nvSpPr>
          <p:cNvPr id="41" name="03_METMAP_from_scratch.ipynb \">
            <a:extLst xmlns:a="http://schemas.openxmlformats.org/drawingml/2006/main">
              <a:ext uri="{FF2B5EF4-FFF2-40B4-BE49-F238E27FC236}">
                <a16:creationId xmlns:a16="http://schemas.microsoft.com/office/drawing/2014/main" id="{B0D83CFF-841B-4F9A-80F7-99CEBFCF97D8}"/>
              </a:ext>
            </a:extLst>
          </p:cNvPr>
          <p:cNvSpPr>
            <a:spLocks xmlns:a="http://schemas.openxmlformats.org/drawingml/2006/main" noGrp="1"/>
          </p:cNvSpPr>
          <p:nvPr/>
        </p:nvSpPr>
        <p:spPr>
          <a:xfrm xmlns:a="http://schemas.openxmlformats.org/drawingml/2006/main">
            <a:off x="790575" y="2747010"/>
            <a:ext cx="10620375" cy="352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023160"/>
                </a:solidFill>
                <a:latin typeface="Arial"/>
                <a:ea typeface="Arial"/>
                <a:cs typeface="Arial"/>
              </a:defRPr>
            </a:pPr>
            <a:r>
              <a:rPr sz="2025" b="0">
                <a:solidFill>
                  <a:srgbClr val="023160"/>
                </a:solidFill>
                <a:latin typeface="Arial"/>
                <a:ea typeface="Arial"/>
                <a:cs typeface="Arial"/>
              </a:rPr>
              <a:t>python execute_notebook.py 04_SIGMA_from_scratch.ipynb</a:t>
            </a:r>
          </a:p>
        </p:txBody>
      </p:sp>
      <p:sp>
        <p:nvSpPr>
          <p:cNvPr id="42" name="04_SIGMA_from_scratch.ipynb">
            <a:extLst xmlns:a="http://schemas.openxmlformats.org/drawingml/2006/main">
              <a:ext uri="{FF2B5EF4-FFF2-40B4-BE49-F238E27FC236}">
                <a16:creationId xmlns:a16="http://schemas.microsoft.com/office/drawing/2014/main" id="{F4DEEB3B-51A6-43DF-BD22-E4214F2216FF}"/>
              </a:ext>
            </a:extLst>
          </p:cNvPr>
          <p:cNvSpPr>
            <a:spLocks xmlns:a="http://schemas.openxmlformats.org/drawingml/2006/main" noGrp="1"/>
          </p:cNvSpPr>
          <p:nvPr/>
        </p:nvSpPr>
        <p:spPr>
          <a:xfrm xmlns:a="http://schemas.openxmlformats.org/drawingml/2006/main">
            <a:off x="1150620" y="3107055"/>
            <a:ext cx="10260330" cy="352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023160"/>
                </a:solidFill>
                <a:latin typeface="Arial"/>
                <a:ea typeface="Arial"/>
                <a:cs typeface="Arial"/>
              </a:defRPr>
            </a:pPr>
            <a:r>
              <a:rPr sz="2025" b="0">
                <a:solidFill>
                  <a:srgbClr val="023160"/>
                </a:solidFill>
                <a:latin typeface="Arial"/>
                <a:ea typeface="Arial"/>
                <a:cs typeface="Arial"/>
              </a:rPr>
              <a:t/>
            </a:r>
          </a:p>
        </p:txBody>
      </p:sp>
      <p:sp>
        <p:nvSpPr>
          <p:cNvPr id="43" name=".venv/bin/python finalize_results.py">
            <a:extLst xmlns:a="http://schemas.openxmlformats.org/drawingml/2006/main">
              <a:ext uri="{FF2B5EF4-FFF2-40B4-BE49-F238E27FC236}">
                <a16:creationId xmlns:a16="http://schemas.microsoft.com/office/drawing/2014/main" id="{19E86360-B0A5-4E1B-86C8-97F429CD6509}"/>
              </a:ext>
            </a:extLst>
          </p:cNvPr>
          <p:cNvSpPr>
            <a:spLocks xmlns:a="http://schemas.openxmlformats.org/drawingml/2006/main" noGrp="1"/>
          </p:cNvSpPr>
          <p:nvPr/>
        </p:nvSpPr>
        <p:spPr>
          <a:xfrm xmlns:a="http://schemas.openxmlformats.org/drawingml/2006/main">
            <a:off x="790575" y="3467100"/>
            <a:ext cx="10620375" cy="352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023160"/>
                </a:solidFill>
                <a:latin typeface="Arial"/>
                <a:ea typeface="Arial"/>
                <a:cs typeface="Arial"/>
              </a:defRPr>
            </a:pPr>
            <a:r>
              <a:rPr sz="2025" b="0">
                <a:solidFill>
                  <a:srgbClr val="023160"/>
                </a:solidFill>
                <a:latin typeface="Arial"/>
                <a:ea typeface="Arial"/>
                <a:cs typeface="Arial"/>
              </a:rPr>
              <a:t/>
            </a:r>
          </a:p>
        </p:txBody>
      </p:sp>
      <p:sp>
        <p:nvSpPr>
          <p:cNvPr id="44" name="Inspect the run">
            <a:extLst xmlns:a="http://schemas.openxmlformats.org/drawingml/2006/main">
              <a:ext uri="{FF2B5EF4-FFF2-40B4-BE49-F238E27FC236}">
                <a16:creationId xmlns:a16="http://schemas.microsoft.com/office/drawing/2014/main" id="{782F2E81-DA75-4DFB-8CFF-14EAEC7DCDF0}"/>
              </a:ext>
            </a:extLst>
          </p:cNvPr>
          <p:cNvSpPr>
            <a:spLocks xmlns:a="http://schemas.openxmlformats.org/drawingml/2006/main" noGrp="1"/>
          </p:cNvSpPr>
          <p:nvPr/>
        </p:nvSpPr>
        <p:spPr>
          <a:xfrm xmlns:a="http://schemas.openxmlformats.org/drawingml/2006/main">
            <a:off x="781050" y="415290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0D4C82"/>
                </a:solidFill>
                <a:latin typeface="Arial"/>
                <a:ea typeface="Arial"/>
                <a:cs typeface="Arial"/>
              </a:defRPr>
            </a:pPr>
            <a:r>
              <a:rPr sz="2025" b="1">
                <a:solidFill>
                  <a:srgbClr val="0D4C82"/>
                </a:solidFill>
                <a:latin typeface="Arial"/>
                <a:ea typeface="Arial"/>
                <a:cs typeface="Arial"/>
              </a:rPr>
              <a:t>Inspect the run</a:t>
            </a:r>
          </a:p>
        </p:txBody>
      </p:sp>
      <p:sp>
        <p:nvSpPr>
          <p:cNvPr id="45" name="Open index.html or the executed IPYNB files.&#10;">
            <a:extLst xmlns:a="http://schemas.openxmlformats.org/drawingml/2006/main">
              <a:ext uri="{FF2B5EF4-FFF2-40B4-BE49-F238E27FC236}">
                <a16:creationId xmlns:a16="http://schemas.microsoft.com/office/drawing/2014/main" id="{1242CA89-6C77-464E-831D-9FBD18D7D04C}"/>
              </a:ext>
            </a:extLst>
          </p:cNvPr>
          <p:cNvSpPr>
            <a:spLocks xmlns:a="http://schemas.openxmlformats.org/drawingml/2006/main" noGrp="1"/>
          </p:cNvSpPr>
          <p:nvPr/>
        </p:nvSpPr>
        <p:spPr>
          <a:xfrm xmlns:a="http://schemas.openxmlformats.org/drawingml/2006/main">
            <a:off x="781050" y="4619625"/>
            <a:ext cx="51435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222222"/>
                </a:solidFill>
                <a:latin typeface="Arial"/>
                <a:ea typeface="Arial"/>
                <a:cs typeface="Arial"/>
              </a:defRPr>
            </a:pPr>
            <a:r>
              <a:rPr sz="1950" b="0">
                <a:solidFill>
                  <a:srgbClr val="222222"/>
                </a:solidFill>
                <a:latin typeface="Arial"/>
                <a:ea typeface="Arial"/>
                <a:cs typeface="Arial"/>
              </a:rPr>
              <a:t>Open the executed notebooks.</a:t>
            </a:r>
          </a:p>
          <a:p xmlns:a="http://schemas.openxmlformats.org/drawingml/2006/main">
            <a:pPr algn="l">
              <a:buNone/>
              <a:defRPr sz="1950" b="0">
                <a:solidFill>
                  <a:srgbClr val="222222"/>
                </a:solidFill>
                <a:latin typeface="Arial"/>
                <a:ea typeface="Arial"/>
                <a:cs typeface="Arial"/>
              </a:defRPr>
            </a:pPr>
            <a:r>
              <a:rPr sz="1950" b="0">
                <a:solidFill>
                  <a:srgbClr val="222222"/>
                </a:solidFill>
                <a:latin typeface="Arial"/>
                <a:ea typeface="Arial"/>
                <a:cs typeface="Arial"/>
              </a:rPr>
              <a:t>Inspect training, spatial maps and decay fits.</a:t>
            </a:r>
          </a:p>
        </p:txBody>
      </p:sp>
      <p:sp>
        <p:nvSpPr>
          <p:cNvPr id="46" name="Check the pair">
            <a:extLst xmlns:a="http://schemas.openxmlformats.org/drawingml/2006/main">
              <a:ext uri="{FF2B5EF4-FFF2-40B4-BE49-F238E27FC236}">
                <a16:creationId xmlns:a16="http://schemas.microsoft.com/office/drawing/2014/main" id="{35690D11-7D51-4FE5-8BF7-FA7D913BFE8B}"/>
              </a:ext>
            </a:extLst>
          </p:cNvPr>
          <p:cNvSpPr>
            <a:spLocks xmlns:a="http://schemas.openxmlformats.org/drawingml/2006/main" noGrp="1"/>
          </p:cNvSpPr>
          <p:nvPr/>
        </p:nvSpPr>
        <p:spPr>
          <a:xfrm xmlns:a="http://schemas.openxmlformats.org/drawingml/2006/main">
            <a:off x="6677025" y="4152900"/>
            <a:ext cx="4781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0D4C82"/>
                </a:solidFill>
                <a:latin typeface="Arial"/>
                <a:ea typeface="Arial"/>
                <a:cs typeface="Arial"/>
              </a:defRPr>
            </a:pPr>
            <a:r>
              <a:rPr sz="2025" b="1">
                <a:solidFill>
                  <a:srgbClr val="0D4C82"/>
                </a:solidFill>
                <a:latin typeface="Arial"/>
                <a:ea typeface="Arial"/>
                <a:cs typeface="Arial"/>
              </a:rPr>
              <a:t>Check the pair</a:t>
            </a:r>
          </a:p>
        </p:txBody>
      </p:sp>
      <p:sp>
        <p:nvSpPr>
          <p:cNvPr id="47" name="Read verification.json.&#10;Compare paired output">
            <a:extLst xmlns:a="http://schemas.openxmlformats.org/drawingml/2006/main">
              <a:ext uri="{FF2B5EF4-FFF2-40B4-BE49-F238E27FC236}">
                <a16:creationId xmlns:a16="http://schemas.microsoft.com/office/drawing/2014/main" id="{77F55576-2543-47F5-8DEC-187E85EAC2FA}"/>
              </a:ext>
            </a:extLst>
          </p:cNvPr>
          <p:cNvSpPr>
            <a:spLocks xmlns:a="http://schemas.openxmlformats.org/drawingml/2006/main" noGrp="1"/>
          </p:cNvSpPr>
          <p:nvPr/>
        </p:nvSpPr>
        <p:spPr>
          <a:xfrm xmlns:a="http://schemas.openxmlformats.org/drawingml/2006/main">
            <a:off x="6677025" y="4619625"/>
            <a:ext cx="47815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222222"/>
                </a:solidFill>
                <a:latin typeface="Arial"/>
                <a:ea typeface="Arial"/>
                <a:cs typeface="Arial"/>
              </a:defRPr>
            </a:pPr>
            <a:r>
              <a:rPr sz="1950" b="0">
                <a:solidFill>
                  <a:srgbClr val="222222"/>
                </a:solidFill>
                <a:latin typeface="Arial"/>
                <a:ea typeface="Arial"/>
                <a:cs typeface="Arial"/>
              </a:rPr>
              <a:t>Run both implementations.</a:t>
            </a:r>
          </a:p>
          <a:p xmlns:a="http://schemas.openxmlformats.org/drawingml/2006/main">
            <a:pPr algn="l">
              <a:buNone/>
              <a:defRPr sz="1950" b="0">
                <a:solidFill>
                  <a:srgbClr val="222222"/>
                </a:solidFill>
                <a:latin typeface="Arial"/>
                <a:ea typeface="Arial"/>
                <a:cs typeface="Arial"/>
              </a:defRPr>
            </a:pPr>
            <a:r>
              <a:rPr sz="1950" b="0">
                <a:solidFill>
                  <a:srgbClr val="222222"/>
                </a:solidFill>
                <a:latin typeface="Arial"/>
                <a:ea typeface="Arial"/>
                <a:cs typeface="Arial"/>
              </a:rPr>
              <a:t>Check their final comparison cells.</a:t>
            </a:r>
          </a:p>
        </p:txBody>
      </p:sp>
    </p:spTree>
    <p:extLst>
      <p:ext uri="{BB962C8B-B14F-4D97-AF65-F5344CB8AC3E}">
        <p14:creationId xmlns:p14="http://schemas.microsoft.com/office/powerpoint/2010/main" val="620260022"/>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36" name="灯片编号占位符 18">
            <a:extLst xmlns:a="http://schemas.openxmlformats.org/drawingml/2006/main">
              <a:ext uri="{FF2B5EF4-FFF2-40B4-BE49-F238E27FC236}">
                <a16:creationId xmlns:a16="http://schemas.microsoft.com/office/drawing/2014/main" id="{B311809E-7174-EF81-2BDE-4FC1B4CF1C4C}"/>
              </a:ext>
            </a:extLst>
          </p:cNvPr>
          <p:cNvSpPr>
            <a:spLocks xmlns:a="http://schemas.openxmlformats.org/drawingml/2006/main" noGrp="1"/>
          </p:cNvSpPr>
          <p:nvPr/>
        </p:nvSpPr>
        <p:spPr>
          <a:xfrm xmlns:a="http://schemas.openxmlformats.org/drawingml/2006/main">
            <a:off x="9302750" y="6356350"/>
            <a:ext cx="2743200" cy="365125"/>
          </a:xfrm>
          <a:prstGeom xmlns:a="http://schemas.openxmlformats.org/drawingml/2006/main" prst="rect">
            <a:avLst/>
          </a:prstGeom>
        </p:spPr>
        <p:txBody>
          <a:bodyPr xmlns:a="http://schemas.openxmlformats.org/drawingml/2006/main">
            <a:noAutofit/>
          </a:bodyPr>
          <a:lstStyle xmlns:a="http://schemas.openxmlformats.org/drawingml/2006/main">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a:lstStyle>
          <a:p xmlns:a="http://schemas.openxmlformats.org/drawingml/2006/main">
            <a:pPr algn="r">
              <a:buNone/>
              <a:defRPr sz="1800">
                <a:solidFill>
                  <a:srgbClr val="000000"/>
                </a:solidFill>
                <a:latin typeface="Arial"/>
                <a:ea typeface="Arial"/>
                <a:cs typeface="Arial"/>
              </a:defRPr>
            </a:pPr>
            <a:fld id="{F3AE1AE4-D79E-94D6-E825-3FC6C21A77D2}" type="slidenum">
              <a:rPr sz="1800">
                <a:solidFill>
                  <a:srgbClr val="000000"/>
                </a:solidFill>
                <a:latin typeface="Arial"/>
                <a:ea typeface="Arial"/>
                <a:cs typeface="Arial"/>
              </a:rPr>
              <a:t>25</a:t>
            </a:fld>
            <a:endParaRPr>
              <a:latin typeface="Arial"/>
              <a:ea typeface="Arial"/>
              <a:cs typeface="Arial"/>
            </a:endParaRPr>
          </a:p>
        </p:txBody>
      </p:sp>
      <p:sp>
        <p:nvSpPr>
          <p:cNvPr id="3" name="文本框 2">
            <a:extLst xmlns:a="http://schemas.openxmlformats.org/drawingml/2006/main">
              <a:ext uri="{FF2B5EF4-FFF2-40B4-BE49-F238E27FC236}">
                <a16:creationId xmlns:a16="http://schemas.microsoft.com/office/drawing/2014/main" id="{B7E2D4FF-A7FB-B832-04E8-442A96B4B142}"/>
              </a:ext>
            </a:extLst>
          </p:cNvPr>
          <p:cNvSpPr>
            <a:spLocks xmlns:a="http://schemas.openxmlformats.org/drawingml/2006/main" noGrp="1"/>
          </p:cNvSpPr>
          <p:nvPr/>
        </p:nvSpPr>
        <p:spPr>
          <a:xfrm xmlns:a="http://schemas.openxmlformats.org/drawingml/2006/main">
            <a:off x="657987" y="228600"/>
            <a:ext cx="10858500" cy="480060"/>
          </a:xfrm>
          <a:prstGeom xmlns:a="http://schemas.openxmlformats.org/drawingml/2006/main" prst="rect">
            <a:avLst/>
          </a:prstGeom>
          <a:noFill xmlns:a="http://schemas.openxmlformats.org/drawingml/2006/main"/>
        </p:spPr>
        <p:txBody>
          <a:bodyPr xmlns:a="http://schemas.openxmlformats.org/drawingml/2006/main" wrap="none" lIns="0" tIns="0" rIns="0" bIns="0">
            <a:noAutofit/>
          </a:bodyPr>
          <a:lstStyle xmlns:a="http://schemas.openxmlformats.org/drawingml/2006/main"/>
          <a:p xmlns:a="http://schemas.openxmlformats.org/drawingml/2006/main">
            <a:pPr defTabSz="914400">
              <a:buNone/>
              <a:defRPr sz="2550" b="1">
                <a:solidFill>
                  <a:srgbClr val="0D4C82"/>
                </a:solidFill>
                <a:latin typeface="Arial"/>
                <a:ea typeface="Arial"/>
                <a:cs typeface="Arial"/>
              </a:defRPr>
            </a:pPr>
            <a:r>
              <a:rPr sz="2550" b="1">
                <a:solidFill>
                  <a:srgbClr val="0D4C82"/>
                </a:solidFill>
                <a:latin typeface="Arial"/>
                <a:ea typeface="Arial"/>
                <a:cs typeface="Arial"/>
              </a:rPr>
              <a:t>Common reproduction failures</a:t>
            </a:r>
            <a:endParaRPr sz="2400" b="1">
              <a:solidFill>
                <a:schemeClr val="bg2"/>
              </a:solidFill>
              <a:latin typeface="Arial"/>
              <a:ea typeface="Arial"/>
              <a:cs typeface="Arial"/>
            </a:endParaRPr>
          </a:p>
        </p:txBody>
      </p:sp>
      <p:graphicFrame>
        <p:nvGraphicFramePr>
          <p:cNvPr id="40" name="表格 39"/>
          <p:cNvGraphicFramePr/>
          <p:nvPr/>
        </p:nvGraphicFramePr>
        <p:xfrm>
          <a:off xmlns:a="http://schemas.openxmlformats.org/drawingml/2006/main" x="752475" y="1323975"/>
          <a:ext xmlns:a="http://schemas.openxmlformats.org/drawingml/2006/main" cx="10668000" cy="4333878"/>
        </p:xfrm>
        <a:graphic xmlns:a="http://schemas.openxmlformats.org/drawingml/2006/main">
          <a:graphicData uri="http://schemas.openxmlformats.org/drawingml/2006/table">
            <a:tbl>
              <a:tblPr firstRow="1"/>
              <a:tblGrid>
                <a:gridCol w="3476625"/>
                <a:gridCol w="7191375"/>
              </a:tblGrid>
              <a:tr h="722313">
                <a:tc>
                  <a:txBody>
                    <a:bodyPr/>
                    <a:lstStyle/>
                    <a:p>
                      <a:pPr algn="l">
                        <a:buNone/>
                      </a:pPr>
                      <a:r>
                        <a:rPr sz="1800" b="1">
                          <a:solidFill>
                            <a:srgbClr val="FFFFFF"/>
                          </a:solidFill>
                          <a:latin typeface="Arial"/>
                          <a:ea typeface="Arial"/>
                          <a:cs typeface="Arial"/>
                        </a:rPr>
                        <a:t>Symptom</a:t>
                      </a:r>
                    </a:p>
                  </a:txBody>
                  <a:tcPr marL="91440" marR="91440" marT="45720" marB="45720" anchor="ctr">
                    <a:solidFill>
                      <a:srgbClr val="0D4C82"/>
                    </a:solidFill>
                  </a:tcPr>
                </a:tc>
                <a:tc>
                  <a:txBody>
                    <a:bodyPr/>
                    <a:lstStyle/>
                    <a:p>
                      <a:pPr algn="l">
                        <a:buNone/>
                      </a:pPr>
                      <a:r>
                        <a:rPr sz="1800" b="1">
                          <a:solidFill>
                            <a:srgbClr val="FFFFFF"/>
                          </a:solidFill>
                          <a:latin typeface="Arial"/>
                          <a:ea typeface="Arial"/>
                          <a:cs typeface="Arial"/>
                        </a:rPr>
                        <a:t>Check or action</a:t>
                      </a:r>
                    </a:p>
                  </a:txBody>
                  <a:tcPr marL="91440" marR="91440" marT="45720" marB="45720" anchor="ctr">
                    <a:solidFill>
                      <a:srgbClr val="0D4C82"/>
                    </a:solidFill>
                  </a:tcPr>
                </a:tc>
              </a:tr>
              <a:tr h="722313">
                <a:tc>
                  <a:txBody>
                    <a:bodyPr/>
                    <a:lstStyle/>
                    <a:p>
                      <a:pPr algn="l">
                        <a:buNone/>
                      </a:pPr>
                      <a:r>
                        <a:rPr sz="1800" b="0">
                          <a:solidFill>
                            <a:srgbClr val="222222"/>
                          </a:solidFill>
                          <a:latin typeface="Arial"/>
                          <a:ea typeface="Arial"/>
                          <a:cs typeface="Arial"/>
                        </a:rPr>
                        <a:t>Input file not found</a:t>
                      </a:r>
                    </a:p>
                  </a:txBody>
                  <a:tcPr marL="91440" marR="91440" marT="45720" marB="45720" anchor="ctr">
                    <a:solidFill>
                      <a:srgbClr val="FFFFFF"/>
                    </a:solidFill>
                  </a:tcPr>
                </a:tc>
                <a:tc>
                  <a:txBody>
                    <a:bodyPr/>
                    <a:lstStyle/>
                    <a:p>
                      <a:pPr algn="l">
                        <a:buNone/>
                      </a:pPr>
                      <a:r>
                        <a:rPr sz="1800" b="0">
                          <a:solidFill>
                            <a:srgbClr val="222222"/>
                          </a:solidFill>
                          <a:latin typeface="Arial"/>
                          <a:ea typeface="Arial"/>
                          <a:cs typeface="Arial"/>
                        </a:rPr>
                        <a:t>Place the course input in data/.</a:t>
                      </a:r>
                    </a:p>
                    <a:p>
                      <a:pPr algn="l">
                        <a:buNone/>
                      </a:pPr>
                      <a:r>
                        <a:rPr sz="1800" b="0">
                          <a:solidFill>
                            <a:srgbClr val="222222"/>
                          </a:solidFill>
                          <a:latin typeface="Arial"/>
                          <a:ea typeface="Arial"/>
                          <a:cs typeface="Arial"/>
                        </a:rPr>
                        <a:t>See DATA.md for the exact file checksum.</a:t>
                      </a:r>
                    </a:p>
                  </a:txBody>
                  <a:tcPr marL="91440" marR="91440" marT="45720" marB="45720" anchor="ctr">
                    <a:solidFill>
                      <a:srgbClr val="FFFFFF"/>
                    </a:solidFill>
                  </a:tcPr>
                </a:tc>
              </a:tr>
              <a:tr h="722313">
                <a:tc>
                  <a:txBody>
                    <a:bodyPr/>
                    <a:lstStyle/>
                    <a:p>
                      <a:pPr algn="l">
                        <a:buNone/>
                      </a:pPr>
                      <a:r>
                        <a:rPr sz="1800" b="0">
                          <a:solidFill>
                            <a:srgbClr val="222222"/>
                          </a:solidFill>
                          <a:latin typeface="Arial"/>
                          <a:ea typeface="Arial"/>
                          <a:cs typeface="Arial"/>
                        </a:rPr>
                        <a:t>Unexpected SIGMA version</a:t>
                      </a:r>
                    </a:p>
                  </a:txBody>
                  <a:tcPr marL="91440" marR="91440" marT="45720" marB="45720" anchor="ctr">
                    <a:solidFill>
                      <a:srgbClr val="FFFFFF"/>
                    </a:solidFill>
                  </a:tcPr>
                </a:tc>
                <a:tc>
                  <a:txBody>
                    <a:bodyPr/>
                    <a:lstStyle/>
                    <a:p>
                      <a:pPr algn="l">
                        <a:buNone/>
                      </a:pPr>
                      <a:r>
                        <a:rPr sz="1800" b="0">
                          <a:solidFill>
                            <a:srgbClr val="222222"/>
                          </a:solidFill>
                          <a:latin typeface="Arial"/>
                          <a:ea typeface="Arial"/>
                          <a:cs typeface="Arial"/>
                        </a:rPr>
                        <a:t>Restart the kernel, rerun the source-path cell,</a:t>
                      </a:r>
                    </a:p>
                    <a:p>
                      <a:pPr algn="l">
                        <a:buNone/>
                      </a:pPr>
                      <a:r>
                        <a:rPr sz="1800" b="0">
                          <a:solidFill>
                            <a:srgbClr val="222222"/>
                          </a:solidFill>
                          <a:latin typeface="Arial"/>
                          <a:ea typeface="Arial"/>
                          <a:cs typeface="Arial"/>
                        </a:rPr>
                        <a:t>then check __version__ and __file__.</a:t>
                      </a:r>
                    </a:p>
                  </a:txBody>
                  <a:tcPr marL="91440" marR="91440" marT="45720" marB="45720" anchor="ctr">
                    <a:solidFill>
                      <a:srgbClr val="FFFFFF"/>
                    </a:solidFill>
                  </a:tcPr>
                </a:tc>
              </a:tr>
              <a:tr h="722313">
                <a:tc>
                  <a:txBody>
                    <a:bodyPr/>
                    <a:lstStyle/>
                    <a:p>
                      <a:pPr algn="l">
                        <a:buNone/>
                      </a:pPr>
                      <a:r>
                        <a:rPr sz="1800" b="0">
                          <a:solidFill>
                            <a:srgbClr val="222222"/>
                          </a:solidFill>
                          <a:latin typeface="Arial"/>
                          <a:ea typeface="Arial"/>
                          <a:cs typeface="Arial"/>
                        </a:rPr>
                        <a:t>MET-MAP corr_loss error</a:t>
                      </a:r>
                    </a:p>
                  </a:txBody>
                  <a:tcPr marL="91440" marR="91440" marT="45720" marB="45720" anchor="ctr">
                    <a:solidFill>
                      <a:srgbClr val="FFFFFF"/>
                    </a:solidFill>
                  </a:tcPr>
                </a:tc>
                <a:tc>
                  <a:txBody>
                    <a:bodyPr/>
                    <a:lstStyle/>
                    <a:p>
                      <a:pPr algn="l">
                        <a:buNone/>
                      </a:pPr>
                      <a:r>
                        <a:rPr sz="1800" b="0">
                          <a:solidFill>
                            <a:srgbClr val="222222"/>
                          </a:solidFill>
                          <a:latin typeface="Arial"/>
                          <a:ea typeface="Arial"/>
                          <a:cs typeface="Arial"/>
                        </a:rPr>
                        <a:t>Keep loss_threshold=-1.0 for the pinned source.</a:t>
                      </a:r>
                    </a:p>
                  </a:txBody>
                  <a:tcPr marL="91440" marR="91440" marT="45720" marB="45720" anchor="ctr">
                    <a:solidFill>
                      <a:srgbClr val="FFFFFF"/>
                    </a:solidFill>
                  </a:tcPr>
                </a:tc>
              </a:tr>
              <a:tr h="722313">
                <a:tc>
                  <a:txBody>
                    <a:bodyPr/>
                    <a:lstStyle/>
                    <a:p>
                      <a:pPr algn="l">
                        <a:buNone/>
                      </a:pPr>
                      <a:r>
                        <a:rPr sz="1800" b="0">
                          <a:solidFill>
                            <a:srgbClr val="222222"/>
                          </a:solidFill>
                          <a:latin typeface="Arial"/>
                          <a:ea typeface="Arial"/>
                          <a:cs typeface="Arial"/>
                        </a:rPr>
                        <a:t>Different paired outputs</a:t>
                      </a:r>
                    </a:p>
                  </a:txBody>
                  <a:tcPr marL="91440" marR="91440" marT="45720" marB="45720" anchor="ctr">
                    <a:solidFill>
                      <a:srgbClr val="FFFFFF"/>
                    </a:solidFill>
                  </a:tcPr>
                </a:tc>
                <a:tc>
                  <a:txBody>
                    <a:bodyPr/>
                    <a:lstStyle/>
                    <a:p>
                      <a:pPr algn="l">
                        <a:buNone/>
                      </a:pPr>
                      <a:r>
                        <a:rPr sz="1800" b="0">
                          <a:solidFill>
                            <a:srgbClr val="222222"/>
                          </a:solidFill>
                          <a:latin typeface="Arial"/>
                          <a:ea typeface="Arial"/>
                          <a:cs typeface="Arial"/>
                        </a:rPr>
                        <a:t>Compare the input hash, spot order and package versions.</a:t>
                      </a:r>
                    </a:p>
                    <a:p>
                      <a:pPr algn="l">
                        <a:buNone/>
                      </a:pPr>
                      <a:r>
                        <a:rPr sz="1800" b="0">
                          <a:solidFill>
                            <a:srgbClr val="222222"/>
                          </a:solidFill>
                          <a:latin typeface="Arial"/>
                          <a:ea typeface="Arial"/>
                          <a:cs typeface="Arial"/>
                        </a:rPr>
                        <a:t>Rerun both implementations with the same settings.</a:t>
                      </a:r>
                    </a:p>
                  </a:txBody>
                  <a:tcPr marL="91440" marR="91440" marT="45720" marB="45720" anchor="ctr">
                    <a:solidFill>
                      <a:srgbClr val="FFFFFF"/>
                    </a:solidFill>
                  </a:tcPr>
                </a:tc>
              </a:tr>
              <a:tr h="722313">
                <a:tc>
                  <a:txBody>
                    <a:bodyPr/>
                    <a:lstStyle/>
                    <a:p>
                      <a:pPr algn="l">
                        <a:buNone/>
                      </a:pPr>
                      <a:r>
                        <a:rPr sz="1800" b="0">
                          <a:solidFill>
                            <a:srgbClr val="222222"/>
                          </a:solidFill>
                          <a:latin typeface="Arial"/>
                          <a:ea typeface="Arial"/>
                          <a:cs typeface="Arial"/>
                        </a:rPr>
                        <a:t>No SIGMA boundary</a:t>
                      </a:r>
                    </a:p>
                  </a:txBody>
                  <a:tcPr marL="91440" marR="91440" marT="45720" marB="45720" anchor="ctr">
                    <a:solidFill>
                      <a:srgbClr val="FFFFFF"/>
                    </a:solidFill>
                  </a:tcPr>
                </a:tc>
                <a:tc>
                  <a:txBody>
                    <a:bodyPr/>
                    <a:lstStyle/>
                    <a:p>
                      <a:pPr algn="l">
                        <a:buNone/>
                      </a:pPr>
                      <a:r>
                        <a:rPr sz="1800" b="0">
                          <a:solidFill>
                            <a:srgbClr val="222222"/>
                          </a:solidFill>
                          <a:latin typeface="Arial"/>
                          <a:ea typeface="Arial"/>
                          <a:cs typeface="Arial"/>
                        </a:rPr>
                        <a:t>Inspect the region-score range and side split.</a:t>
                      </a:r>
                    </a:p>
                    <a:p>
                      <a:pPr algn="l">
                        <a:buNone/>
                      </a:pPr>
                      <a:r>
                        <a:rPr sz="1800" b="0">
                          <a:solidFill>
                            <a:srgbClr val="222222"/>
                          </a:solidFill>
                          <a:latin typeface="Arial"/>
                          <a:ea typeface="Arial"/>
                          <a:cs typeface="Arial"/>
                        </a:rPr>
                        <a:t>A valid boundary is required for signed distance.</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620260023"/>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36" name="灯片编号占位符 18">
            <a:extLst xmlns:a="http://schemas.openxmlformats.org/drawingml/2006/main">
              <a:ext uri="{FF2B5EF4-FFF2-40B4-BE49-F238E27FC236}">
                <a16:creationId xmlns:a16="http://schemas.microsoft.com/office/drawing/2014/main" id="{B311809E-7174-EF81-2BDE-4FC1B4CF1C4C}"/>
              </a:ext>
            </a:extLst>
          </p:cNvPr>
          <p:cNvSpPr>
            <a:spLocks xmlns:a="http://schemas.openxmlformats.org/drawingml/2006/main" noGrp="1"/>
          </p:cNvSpPr>
          <p:nvPr/>
        </p:nvSpPr>
        <p:spPr>
          <a:xfrm xmlns:a="http://schemas.openxmlformats.org/drawingml/2006/main">
            <a:off x="9302750" y="6356350"/>
            <a:ext cx="2743200" cy="365125"/>
          </a:xfrm>
          <a:prstGeom xmlns:a="http://schemas.openxmlformats.org/drawingml/2006/main" prst="rect">
            <a:avLst/>
          </a:prstGeom>
        </p:spPr>
        <p:txBody>
          <a:bodyPr xmlns:a="http://schemas.openxmlformats.org/drawingml/2006/main">
            <a:noAutofit/>
          </a:bodyPr>
          <a:lstStyle xmlns:a="http://schemas.openxmlformats.org/drawingml/2006/main">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a:lstStyle>
          <a:p xmlns:a="http://schemas.openxmlformats.org/drawingml/2006/main">
            <a:pPr algn="r">
              <a:buNone/>
              <a:defRPr sz="1800">
                <a:solidFill>
                  <a:srgbClr val="000000"/>
                </a:solidFill>
                <a:latin typeface="Arial"/>
                <a:ea typeface="Arial"/>
                <a:cs typeface="Arial"/>
              </a:defRPr>
            </a:pPr>
            <a:fld id="{5AB55966-FA28-BC73-EA9E-53DF014DF033}" type="slidenum">
              <a:rPr sz="1800">
                <a:solidFill>
                  <a:srgbClr val="000000"/>
                </a:solidFill>
                <a:latin typeface="Arial"/>
                <a:ea typeface="Arial"/>
                <a:cs typeface="Arial"/>
              </a:rPr>
              <a:t>26</a:t>
            </a:fld>
            <a:endParaRPr>
              <a:latin typeface="Arial"/>
              <a:ea typeface="Arial"/>
              <a:cs typeface="Arial"/>
            </a:endParaRPr>
          </a:p>
        </p:txBody>
      </p:sp>
      <p:sp>
        <p:nvSpPr>
          <p:cNvPr id="3" name="文本框 2">
            <a:extLst xmlns:a="http://schemas.openxmlformats.org/drawingml/2006/main">
              <a:ext uri="{FF2B5EF4-FFF2-40B4-BE49-F238E27FC236}">
                <a16:creationId xmlns:a16="http://schemas.microsoft.com/office/drawing/2014/main" id="{B7E2D4FF-A7FB-B832-04E8-442A96B4B142}"/>
              </a:ext>
            </a:extLst>
          </p:cNvPr>
          <p:cNvSpPr>
            <a:spLocks xmlns:a="http://schemas.openxmlformats.org/drawingml/2006/main" noGrp="1"/>
          </p:cNvSpPr>
          <p:nvPr/>
        </p:nvSpPr>
        <p:spPr>
          <a:xfrm xmlns:a="http://schemas.openxmlformats.org/drawingml/2006/main">
            <a:off x="657987" y="228600"/>
            <a:ext cx="10858500" cy="480060"/>
          </a:xfrm>
          <a:prstGeom xmlns:a="http://schemas.openxmlformats.org/drawingml/2006/main" prst="rect">
            <a:avLst/>
          </a:prstGeom>
          <a:noFill xmlns:a="http://schemas.openxmlformats.org/drawingml/2006/main"/>
        </p:spPr>
        <p:txBody>
          <a:bodyPr xmlns:a="http://schemas.openxmlformats.org/drawingml/2006/main" wrap="none" lIns="0" tIns="0" rIns="0" bIns="0">
            <a:noAutofit/>
          </a:bodyPr>
          <a:lstStyle xmlns:a="http://schemas.openxmlformats.org/drawingml/2006/main"/>
          <a:p xmlns:a="http://schemas.openxmlformats.org/drawingml/2006/main">
            <a:pPr defTabSz="914400">
              <a:buNone/>
              <a:defRPr sz="2550" b="1">
                <a:solidFill>
                  <a:srgbClr val="0D4C82"/>
                </a:solidFill>
                <a:latin typeface="Arial"/>
                <a:ea typeface="Arial"/>
                <a:cs typeface="Arial"/>
              </a:defRPr>
            </a:pPr>
            <a:r>
              <a:rPr sz="2550" b="1">
                <a:solidFill>
                  <a:srgbClr val="0D4C82"/>
                </a:solidFill>
                <a:latin typeface="Arial"/>
                <a:ea typeface="Arial"/>
                <a:cs typeface="Arial"/>
              </a:rPr>
              <a:t>Interpretation and further reading</a:t>
            </a:r>
            <a:endParaRPr sz="2400" b="1">
              <a:solidFill>
                <a:schemeClr val="bg2"/>
              </a:solidFill>
              <a:latin typeface="Arial"/>
              <a:ea typeface="Arial"/>
              <a:cs typeface="Arial"/>
            </a:endParaRPr>
          </a:p>
        </p:txBody>
      </p:sp>
      <p:sp>
        <p:nvSpPr>
          <p:cNvPr id="37" name="What the BC-515 run establishes">
            <a:extLst xmlns:a="http://schemas.openxmlformats.org/drawingml/2006/main">
              <a:ext uri="{FF2B5EF4-FFF2-40B4-BE49-F238E27FC236}">
                <a16:creationId xmlns:a16="http://schemas.microsoft.com/office/drawing/2014/main" id="{A3F4844A-CFBD-4331-B18C-6E569CA92ED6}"/>
              </a:ext>
            </a:extLst>
          </p:cNvPr>
          <p:cNvSpPr>
            <a:spLocks xmlns:a="http://schemas.openxmlformats.org/drawingml/2006/main" noGrp="1"/>
          </p:cNvSpPr>
          <p:nvPr/>
        </p:nvSpPr>
        <p:spPr>
          <a:xfrm xmlns:a="http://schemas.openxmlformats.org/drawingml/2006/main">
            <a:off x="762000" y="1181100"/>
            <a:ext cx="10648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0D4C82"/>
                </a:solidFill>
                <a:latin typeface="Arial"/>
                <a:ea typeface="Arial"/>
                <a:cs typeface="Arial"/>
              </a:defRPr>
            </a:pPr>
            <a:r>
              <a:rPr sz="2100" b="1">
                <a:solidFill>
                  <a:srgbClr val="0D4C82"/>
                </a:solidFill>
                <a:latin typeface="Arial"/>
                <a:ea typeface="Arial"/>
                <a:cs typeface="Arial"/>
              </a:rPr>
              <a:t>What the BC-515 run establishes</a:t>
            </a:r>
          </a:p>
        </p:txBody>
      </p:sp>
      <p:sp>
        <p:nvSpPr>
          <p:cNvPr id="38" name="The two implementations reproduce each method">
            <a:extLst xmlns:a="http://schemas.openxmlformats.org/drawingml/2006/main">
              <a:ext uri="{FF2B5EF4-FFF2-40B4-BE49-F238E27FC236}">
                <a16:creationId xmlns:a16="http://schemas.microsoft.com/office/drawing/2014/main" id="{2C67EF45-2A06-4EE1-92D8-4A7DF57EF22F}"/>
              </a:ext>
            </a:extLst>
          </p:cNvPr>
          <p:cNvSpPr>
            <a:spLocks xmlns:a="http://schemas.openxmlformats.org/drawingml/2006/main" noGrp="1"/>
          </p:cNvSpPr>
          <p:nvPr/>
        </p:nvSpPr>
        <p:spPr>
          <a:xfrm xmlns:a="http://schemas.openxmlformats.org/drawingml/2006/main">
            <a:off x="762000" y="1647825"/>
            <a:ext cx="106489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222222"/>
                </a:solidFill>
                <a:latin typeface="Arial"/>
                <a:ea typeface="Arial"/>
                <a:cs typeface="Arial"/>
              </a:defRPr>
            </a:pPr>
            <a:r>
              <a:rPr sz="2025" b="0">
                <a:solidFill>
                  <a:srgbClr val="222222"/>
                </a:solidFill>
                <a:latin typeface="Arial"/>
                <a:ea typeface="Arial"/>
                <a:cs typeface="Arial"/>
              </a:rPr>
              <a:t>The two implementations reproduce each method’s</a:t>
            </a:r>
          </a:p>
          <a:p xmlns:a="http://schemas.openxmlformats.org/drawingml/2006/main">
            <a:pPr algn="l">
              <a:buNone/>
              <a:defRPr sz="2025" b="0">
                <a:solidFill>
                  <a:srgbClr val="222222"/>
                </a:solidFill>
                <a:latin typeface="Arial"/>
                <a:ea typeface="Arial"/>
                <a:cs typeface="Arial"/>
              </a:defRPr>
            </a:pPr>
            <a:r>
              <a:rPr sz="2025" b="0">
                <a:solidFill>
                  <a:srgbClr val="222222"/>
                </a:solidFill>
                <a:latin typeface="Arial"/>
                <a:ea typeface="Arial"/>
                <a:cs typeface="Arial"/>
              </a:rPr>
              <a:t>computation on one section with fixed settings.</a:t>
            </a:r>
          </a:p>
        </p:txBody>
      </p:sp>
      <p:sp>
        <p:nvSpPr>
          <p:cNvPr id="39" name="Training fit and label agreement do not estim">
            <a:extLst xmlns:a="http://schemas.openxmlformats.org/drawingml/2006/main">
              <a:ext uri="{FF2B5EF4-FFF2-40B4-BE49-F238E27FC236}">
                <a16:creationId xmlns:a16="http://schemas.microsoft.com/office/drawing/2014/main" id="{95F26E4D-ACCA-449E-8598-41A2B7E2FE9C}"/>
              </a:ext>
            </a:extLst>
          </p:cNvPr>
          <p:cNvSpPr>
            <a:spLocks xmlns:a="http://schemas.openxmlformats.org/drawingml/2006/main" noGrp="1"/>
          </p:cNvSpPr>
          <p:nvPr/>
        </p:nvSpPr>
        <p:spPr>
          <a:xfrm xmlns:a="http://schemas.openxmlformats.org/drawingml/2006/main">
            <a:off x="762000" y="2705100"/>
            <a:ext cx="106680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222222"/>
                </a:solidFill>
                <a:latin typeface="Arial"/>
                <a:ea typeface="Arial"/>
                <a:cs typeface="Arial"/>
              </a:defRPr>
            </a:pPr>
            <a:r>
              <a:rPr sz="2025" b="0">
                <a:solidFill>
                  <a:srgbClr val="222222"/>
                </a:solidFill>
                <a:latin typeface="Arial"/>
                <a:ea typeface="Arial"/>
                <a:cs typeface="Arial"/>
              </a:rPr>
              <a:t>Training fit and label agreement do not estimate held-out performance.</a:t>
            </a:r>
          </a:p>
          <a:p xmlns:a="http://schemas.openxmlformats.org/drawingml/2006/main">
            <a:pPr algn="l">
              <a:buNone/>
              <a:defRPr sz="2025" b="0">
                <a:solidFill>
                  <a:srgbClr val="222222"/>
                </a:solidFill>
                <a:latin typeface="Arial"/>
                <a:ea typeface="Arial"/>
                <a:cs typeface="Arial"/>
              </a:defRPr>
            </a:pPr>
            <a:r>
              <a:rPr sz="2025" b="0">
                <a:solidFill>
                  <a:srgbClr val="222222"/>
                </a:solidFill>
                <a:latin typeface="Arial"/>
                <a:ea typeface="Arial"/>
                <a:cs typeface="Arial"/>
              </a:rPr>
              <a:t>Metabolite m/z alone does not establish chemical identity.</a:t>
            </a:r>
          </a:p>
          <a:p xmlns:a="http://schemas.openxmlformats.org/drawingml/2006/main">
            <a:pPr algn="l">
              <a:buNone/>
              <a:defRPr sz="2025" b="0">
                <a:solidFill>
                  <a:srgbClr val="222222"/>
                </a:solidFill>
                <a:latin typeface="Arial"/>
                <a:ea typeface="Arial"/>
                <a:cs typeface="Arial"/>
              </a:defRPr>
            </a:pPr>
            <a:r>
              <a:rPr sz="2025" b="0">
                <a:solidFill>
                  <a:srgbClr val="222222"/>
                </a:solidFill>
                <a:latin typeface="Arial"/>
                <a:ea typeface="Arial"/>
                <a:cs typeface="Arial"/>
              </a:rPr>
              <a:t>Independent sections are needed for biological validation.</a:t>
            </a:r>
          </a:p>
        </p:txBody>
      </p:sp>
      <p:sp>
        <p:nvSpPr>
          <p:cNvPr id="40" name="MET-MAP">
            <a:extLst xmlns:a="http://schemas.openxmlformats.org/drawingml/2006/main">
              <a:ext uri="{FF2B5EF4-FFF2-40B4-BE49-F238E27FC236}">
                <a16:creationId xmlns:a16="http://schemas.microsoft.com/office/drawing/2014/main" id="{FB40A4E0-0133-42B8-9192-A2EFA4E3C4A7}"/>
              </a:ext>
            </a:extLst>
          </p:cNvPr>
          <p:cNvSpPr>
            <a:spLocks xmlns:a="http://schemas.openxmlformats.org/drawingml/2006/main" noGrp="1"/>
          </p:cNvSpPr>
          <p:nvPr/>
        </p:nvSpPr>
        <p:spPr>
          <a:xfrm xmlns:a="http://schemas.openxmlformats.org/drawingml/2006/main">
            <a:off x="762000" y="433387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0D4C82"/>
                </a:solidFill>
                <a:latin typeface="Arial"/>
                <a:ea typeface="Arial"/>
                <a:cs typeface="Arial"/>
              </a:defRPr>
            </a:pPr>
            <a:r>
              <a:rPr sz="1950" b="1">
                <a:solidFill>
                  <a:srgbClr val="0D4C82"/>
                </a:solidFill>
                <a:latin typeface="Arial"/>
                <a:ea typeface="Arial"/>
                <a:cs typeface="Arial"/>
              </a:rPr>
              <a:t>MET-MAP</a:t>
            </a:r>
          </a:p>
        </p:txBody>
      </p:sp>
      <p:sp>
        <p:nvSpPr>
          <p:cNvPr id="41" name="Samarah et al., Nature 648, 182–190 (2025)&#10;do">
            <a:extLst xmlns:a="http://schemas.openxmlformats.org/drawingml/2006/main">
              <a:ext uri="{FF2B5EF4-FFF2-40B4-BE49-F238E27FC236}">
                <a16:creationId xmlns:a16="http://schemas.microsoft.com/office/drawing/2014/main" id="{F8964381-0BE7-436A-8FB7-DAE512AB18E7}"/>
              </a:ext>
            </a:extLst>
          </p:cNvPr>
          <p:cNvSpPr>
            <a:spLocks xmlns:a="http://schemas.openxmlformats.org/drawingml/2006/main" noGrp="1"/>
          </p:cNvSpPr>
          <p:nvPr/>
        </p:nvSpPr>
        <p:spPr>
          <a:xfrm xmlns:a="http://schemas.openxmlformats.org/drawingml/2006/main">
            <a:off x="762000" y="4752975"/>
            <a:ext cx="64770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222222"/>
                </a:solidFill>
                <a:latin typeface="Arial"/>
                <a:ea typeface="Arial"/>
                <a:cs typeface="Arial"/>
              </a:defRPr>
            </a:pPr>
            <a:r>
              <a:rPr sz="1725" b="0">
                <a:solidFill>
                  <a:srgbClr val="222222"/>
                </a:solidFill>
                <a:latin typeface="Arial"/>
                <a:ea typeface="Arial"/>
                <a:cs typeface="Arial"/>
              </a:rPr>
              <a:t>Samarah</a:t>
            </a:r>
            <a:r>
              <a:rPr sz="1725" b="0">
                <a:solidFill>
                  <a:srgbClr val="222222"/>
                </a:solidFill>
                <a:latin typeface="Arial"/>
                <a:ea typeface="Arial"/>
                <a:cs typeface="Arial"/>
              </a:rPr>
              <a:t> et al., Nature 648, 182–190 (2025)</a:t>
            </a:r>
          </a:p>
          <a:p xmlns:a="http://schemas.openxmlformats.org/drawingml/2006/main">
            <a:pPr algn="l">
              <a:buNone/>
              <a:defRPr sz="1725" b="0">
                <a:solidFill>
                  <a:srgbClr val="222222"/>
                </a:solidFill>
                <a:latin typeface="Arial"/>
                <a:ea typeface="Arial"/>
                <a:cs typeface="Arial"/>
              </a:defRPr>
            </a:pPr>
            <a:r>
              <a:rPr sz="1725" b="0">
                <a:solidFill>
                  <a:srgbClr val="222222"/>
                </a:solidFill>
                <a:latin typeface="Arial"/>
                <a:ea typeface="Arial"/>
                <a:cs typeface="Arial"/>
              </a:rPr>
              <a:t>doi.org</a:t>
            </a:r>
            <a:r>
              <a:rPr sz="1725" b="0">
                <a:solidFill>
                  <a:srgbClr val="222222"/>
                </a:solidFill>
                <a:latin typeface="Arial"/>
                <a:ea typeface="Arial"/>
                <a:cs typeface="Arial"/>
              </a:rPr>
              <a:t>/10.1038/s41586-025-09616-5</a:t>
            </a:r>
          </a:p>
          <a:p xmlns:a="http://schemas.openxmlformats.org/drawingml/2006/main">
            <a:pPr algn="l">
              <a:buNone/>
              <a:defRPr sz="1725" b="0">
                <a:solidFill>
                  <a:srgbClr val="222222"/>
                </a:solidFill>
                <a:latin typeface="Arial"/>
                <a:ea typeface="Arial"/>
                <a:cs typeface="Arial"/>
              </a:defRPr>
            </a:pPr>
            <a:r>
              <a:rPr sz="1725" b="0">
                <a:solidFill>
                  <a:srgbClr val="222222"/>
                </a:solidFill>
                <a:latin typeface="Arial"/>
                <a:ea typeface="Arial"/>
                <a:cs typeface="Arial"/>
              </a:rPr>
              <a:t>github.com</a:t>
            </a:r>
            <a:r>
              <a:rPr sz="1725" b="0">
                <a:solidFill>
                  <a:srgbClr val="222222"/>
                </a:solidFill>
                <a:latin typeface="Arial"/>
                <a:ea typeface="Arial"/>
                <a:cs typeface="Arial"/>
              </a:rPr>
              <a:t>/</a:t>
            </a:r>
            <a:r>
              <a:rPr sz="1725" b="0">
                <a:solidFill>
                  <a:srgbClr val="222222"/>
                </a:solidFill>
                <a:latin typeface="Arial"/>
                <a:ea typeface="Arial"/>
                <a:cs typeface="Arial"/>
              </a:rPr>
              <a:t>raphael</a:t>
            </a:r>
            <a:r>
              <a:rPr sz="1725" b="0">
                <a:solidFill>
                  <a:srgbClr val="222222"/>
                </a:solidFill>
                <a:latin typeface="Arial"/>
                <a:ea typeface="Arial"/>
                <a:cs typeface="Arial"/>
              </a:rPr>
              <a:t>-group/MET-MAP</a:t>
            </a:r>
          </a:p>
        </p:txBody>
      </p:sp>
      <p:sp>
        <p:nvSpPr>
          <p:cNvPr id="42" name="SIGMA">
            <a:extLst xmlns:a="http://schemas.openxmlformats.org/drawingml/2006/main">
              <a:ext uri="{FF2B5EF4-FFF2-40B4-BE49-F238E27FC236}">
                <a16:creationId xmlns:a16="http://schemas.microsoft.com/office/drawing/2014/main" id="{D7254EA7-514B-4076-AF6C-1E155B000C9C}"/>
              </a:ext>
            </a:extLst>
          </p:cNvPr>
          <p:cNvSpPr>
            <a:spLocks xmlns:a="http://schemas.openxmlformats.org/drawingml/2006/main" noGrp="1"/>
          </p:cNvSpPr>
          <p:nvPr/>
        </p:nvSpPr>
        <p:spPr>
          <a:xfrm xmlns:a="http://schemas.openxmlformats.org/drawingml/2006/main">
            <a:off x="7810500" y="4333875"/>
            <a:ext cx="361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0D4C82"/>
                </a:solidFill>
                <a:latin typeface="Arial"/>
                <a:ea typeface="Arial"/>
                <a:cs typeface="Arial"/>
              </a:defRPr>
            </a:pPr>
            <a:r>
              <a:rPr sz="1950" b="1">
                <a:solidFill>
                  <a:srgbClr val="0D4C82"/>
                </a:solidFill>
                <a:latin typeface="Arial"/>
                <a:ea typeface="Arial"/>
                <a:cs typeface="Arial"/>
              </a:rPr>
              <a:t>SIGMA</a:t>
            </a:r>
          </a:p>
        </p:txBody>
      </p:sp>
      <p:sp>
        <p:nvSpPr>
          <p:cNvPr id="43" name="Local sigma_spatial 0.3.1 source&#10;github.com/E">
            <a:extLst xmlns:a="http://schemas.openxmlformats.org/drawingml/2006/main">
              <a:ext uri="{FF2B5EF4-FFF2-40B4-BE49-F238E27FC236}">
                <a16:creationId xmlns:a16="http://schemas.microsoft.com/office/drawing/2014/main" id="{50212459-F4C3-49D4-8D29-E01463B221AD}"/>
              </a:ext>
            </a:extLst>
          </p:cNvPr>
          <p:cNvSpPr>
            <a:spLocks xmlns:a="http://schemas.openxmlformats.org/drawingml/2006/main" noGrp="1"/>
          </p:cNvSpPr>
          <p:nvPr/>
        </p:nvSpPr>
        <p:spPr>
          <a:xfrm xmlns:a="http://schemas.openxmlformats.org/drawingml/2006/main">
            <a:off x="7810500" y="4752975"/>
            <a:ext cx="3619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222222"/>
                </a:solidFill>
                <a:latin typeface="Arial"/>
                <a:ea typeface="Arial"/>
                <a:cs typeface="Arial"/>
              </a:defRPr>
            </a:pPr>
            <a:r>
              <a:rPr sz="1725" b="0">
                <a:solidFill>
                  <a:srgbClr val="222222"/>
                </a:solidFill>
                <a:latin typeface="Arial"/>
                <a:ea typeface="Arial"/>
                <a:cs typeface="Arial"/>
              </a:rPr>
              <a:t>SIGMA 0.3.1+bc515.original</a:t>
            </a:r>
          </a:p>
          <a:p xmlns:a="http://schemas.openxmlformats.org/drawingml/2006/main">
            <a:pPr algn="l">
              <a:buNone/>
              <a:defRPr sz="1725" b="0">
                <a:solidFill>
                  <a:srgbClr val="222222"/>
                </a:solidFill>
                <a:latin typeface="Arial"/>
                <a:ea typeface="Arial"/>
                <a:cs typeface="Arial"/>
              </a:defRPr>
            </a:pPr>
            <a:r>
              <a:rPr sz="1725" b="0">
                <a:solidFill>
                  <a:srgbClr val="222222"/>
                </a:solidFill>
                <a:latin typeface="Arial"/>
                <a:ea typeface="Arial"/>
                <a:cs typeface="Arial"/>
              </a:rPr>
              <a:t>github.com/Elsa-bingxue/SIGMA</a:t>
            </a:r>
          </a:p>
          <a:p xmlns:a="http://schemas.openxmlformats.org/drawingml/2006/main">
            <a:pPr algn="l">
              <a:buNone/>
              <a:defRPr sz="1725" b="0">
                <a:solidFill>
                  <a:srgbClr val="222222"/>
                </a:solidFill>
                <a:latin typeface="Arial"/>
                <a:ea typeface="Arial"/>
                <a:cs typeface="Arial"/>
              </a:defRPr>
            </a:pPr>
            <a:r>
              <a:rPr sz="1725" b="0">
                <a:solidFill>
                  <a:srgbClr val="222222"/>
                </a:solidFill>
                <a:latin typeface="Arial"/>
                <a:ea typeface="Arial"/>
                <a:cs typeface="Arial"/>
              </a:rPr>
              <a:t>Original BC-515 workflow</a:t>
            </a:r>
          </a:p>
        </p:txBody>
      </p:sp>
    </p:spTree>
    <p:extLst>
      <p:ext uri="{BB962C8B-B14F-4D97-AF65-F5344CB8AC3E}">
        <p14:creationId xmlns:p14="http://schemas.microsoft.com/office/powerpoint/2010/main" val="620260024"/>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pic>
        <p:nvPicPr>
          <p:cNvPr id="11" name="Picture 8"/>
          <p:cNvPicPr>
            <a:picLocks xmlns:a="http://schemas.openxmlformats.org/drawingml/2006/main" noChangeAspect="1"/>
          </p:cNvPicPr>
          <p:nvPr/>
        </p:nvPicPr>
        <p:blipFill rotWithShape="1">
          <a:blip xmlns:r="http://schemas.openxmlformats.org/officeDocument/2006/relationships" xmlns:a="http://schemas.openxmlformats.org/drawingml/2006/main" r:embed="R17dae85f44814713">
            <a:alphaModFix amt="10000"/>
          </a:blip>
          <a:srcRect xmlns:a="http://schemas.openxmlformats.org/drawingml/2006/main" l="0" t="-17421" r="81319" b="0"/>
          <a:stretch xmlns:a="http://schemas.openxmlformats.org/drawingml/2006/main"/>
        </p:blipFill>
        <p:spPr>
          <a:xfrm xmlns:a="http://schemas.openxmlformats.org/drawingml/2006/main">
            <a:off x="1809793" y="1472384"/>
            <a:ext cx="3380096" cy="4078907"/>
          </a:xfrm>
          <a:prstGeom xmlns:a="http://schemas.openxmlformats.org/drawingml/2006/main" prst="rect">
            <a:avLst/>
          </a:prstGeom>
        </p:spPr>
      </p:pic>
      <p:sp>
        <p:nvSpPr>
          <p:cNvPr id="5" name="标题 1">
            <a:extLst xmlns:a="http://schemas.openxmlformats.org/drawingml/2006/main">
              <a:ext uri="{FF2B5EF4-FFF2-40B4-BE49-F238E27FC236}">
                <a16:creationId xmlns:a16="http://schemas.microsoft.com/office/drawing/2014/main" id="{A37DA9FA-9D18-A7BE-9C8D-105F29AA406C}"/>
              </a:ext>
            </a:extLst>
          </p:cNvPr>
          <p:cNvSpPr>
            <a:spLocks xmlns:a="http://schemas.openxmlformats.org/drawingml/2006/main" noGrp="1"/>
          </p:cNvSpPr>
          <p:nvPr/>
        </p:nvSpPr>
        <p:spPr>
          <a:xfrm xmlns:a="http://schemas.openxmlformats.org/drawingml/2006/main">
            <a:off x="523875" y="2324100"/>
            <a:ext cx="6515100" cy="771525"/>
          </a:xfrm>
          <a:prstGeom xmlns:a="http://schemas.openxmlformats.org/drawingml/2006/main" prst="rect">
            <a:avLst/>
          </a:prstGeom>
        </p:spPr>
        <p:txBody>
          <a:bodyPr xmlns:a="http://schemas.openxmlformats.org/drawingml/2006/main" anchor="b">
            <a:noAutofit/>
          </a:bodyPr>
          <a:lstStyle xmlns:a="http://schemas.openxmlformats.org/drawingml/2006/main">
            <a:lvl1pPr algn="l" defTabSz="914400">
              <a:lnSpc>
                <a:spcPct val="90000"/>
              </a:lnSpc>
              <a:spcBef>
                <a:spcPct val="0"/>
              </a:spcBef>
              <a:buNone/>
              <a:defRPr sz="3600" kern="1200">
                <a:solidFill>
                  <a:schemeClr val="tx1"/>
                </a:solidFill>
                <a:latin typeface="微软雅黑"/>
                <a:ea typeface="微软雅黑"/>
                <a:cs typeface="微软雅黑"/>
              </a:defRPr>
            </a:lvl1pPr>
          </a:lstStyle>
          <a:p xmlns:a="http://schemas.openxmlformats.org/drawingml/2006/main">
            <a:pPr>
              <a:buNone/>
              <a:defRPr sz="3225" b="0">
                <a:solidFill>
                  <a:srgbClr val="023160"/>
                </a:solidFill>
                <a:latin typeface="Arial"/>
                <a:ea typeface="Arial"/>
                <a:cs typeface="Arial"/>
              </a:defRPr>
            </a:pPr>
            <a:r>
              <a:rPr sz="3225" b="0">
                <a:solidFill>
                  <a:srgbClr val="023160"/>
                </a:solidFill>
                <a:latin typeface="Arial"/>
                <a:ea typeface="Arial"/>
                <a:cs typeface="Arial"/>
              </a:rPr>
              <a:t>Questions and discussion</a:t>
            </a:r>
            <a:endParaRPr sz="3200">
              <a:latin typeface="Arial"/>
              <a:ea typeface="Arial"/>
              <a:cs typeface="Arial"/>
            </a:endParaRPr>
          </a:p>
        </p:txBody>
      </p:sp>
      <p:sp>
        <p:nvSpPr>
          <p:cNvPr id="6" name="任意多边形 25">
            <a:extLst xmlns:a="http://schemas.openxmlformats.org/drawingml/2006/main">
              <a:ext uri="{FF2B5EF4-FFF2-40B4-BE49-F238E27FC236}">
                <a16:creationId xmlns:a16="http://schemas.microsoft.com/office/drawing/2014/main" id="{D7B60CEB-0D09-A488-1E66-FD93D6826A94}"/>
              </a:ext>
            </a:extLst>
          </p:cNvPr>
          <p:cNvSpPr>
            <a:spLocks xmlns:a="http://schemas.openxmlformats.org/drawingml/2006/main" noGrp="1"/>
          </p:cNvSpPr>
          <p:nvPr/>
        </p:nvSpPr>
        <p:spPr>
          <a:xfrm xmlns:a="http://schemas.openxmlformats.org/drawingml/2006/main" rot="10800000">
            <a:off x="3262047" y="1130497"/>
            <a:ext cx="8258441" cy="4597885"/>
          </a:xfrm>
          <a:custGeom xmlns:a="http://schemas.openxmlformats.org/drawingml/2006/main">
            <a:gdLst>
              <a:gd name="connsiteX0" fmla="*/ 6762786 w 6826313"/>
              <a:gd name="connsiteY0" fmla="*/ 1876457 h 4508626"/>
              <a:gd name="connsiteX1" fmla="*/ 6826313 w 6826313"/>
              <a:gd name="connsiteY1" fmla="*/ 1876457 h 4508626"/>
              <a:gd name="connsiteX2" fmla="*/ 6826313 w 6826313"/>
              <a:gd name="connsiteY2" fmla="*/ 2139756 h 4508626"/>
              <a:gd name="connsiteX3" fmla="*/ 6762786 w 6826313"/>
              <a:gd name="connsiteY3" fmla="*/ 2139756 h 4508626"/>
              <a:gd name="connsiteX4" fmla="*/ 0 w 6826313"/>
              <a:gd name="connsiteY4" fmla="*/ 0 h 4508626"/>
              <a:gd name="connsiteX5" fmla="*/ 6826313 w 6826313"/>
              <a:gd name="connsiteY5" fmla="*/ 0 h 4508626"/>
              <a:gd name="connsiteX6" fmla="*/ 6826313 w 6826313"/>
              <a:gd name="connsiteY6" fmla="*/ 959382 h 4508626"/>
              <a:gd name="connsiteX7" fmla="*/ 6762786 w 6826313"/>
              <a:gd name="connsiteY7" fmla="*/ 959382 h 4508626"/>
              <a:gd name="connsiteX8" fmla="*/ 6762786 w 6826313"/>
              <a:gd name="connsiteY8" fmla="*/ 63527 h 4508626"/>
              <a:gd name="connsiteX9" fmla="*/ 63527 w 6826313"/>
              <a:gd name="connsiteY9" fmla="*/ 63527 h 4508626"/>
              <a:gd name="connsiteX10" fmla="*/ 63527 w 6826313"/>
              <a:gd name="connsiteY10" fmla="*/ 4445099 h 4508626"/>
              <a:gd name="connsiteX11" fmla="*/ 6762786 w 6826313"/>
              <a:gd name="connsiteY11" fmla="*/ 4445099 h 4508626"/>
              <a:gd name="connsiteX12" fmla="*/ 6762786 w 6826313"/>
              <a:gd name="connsiteY12" fmla="*/ 3756057 h 4508626"/>
              <a:gd name="connsiteX13" fmla="*/ 6826313 w 6826313"/>
              <a:gd name="connsiteY13" fmla="*/ 3756057 h 4508626"/>
              <a:gd name="connsiteX14" fmla="*/ 6826313 w 6826313"/>
              <a:gd name="connsiteY14" fmla="*/ 4508626 h 4508626"/>
              <a:gd name="connsiteX15" fmla="*/ 0 w 6826313"/>
              <a:gd name="connsiteY15" fmla="*/ 4508626 h 4508626"/>
              <a:gd name="connsiteX0-1" fmla="*/ 6762786 w 6826313"/>
              <a:gd name="connsiteY0-2" fmla="*/ 1876457 h 4508626"/>
              <a:gd name="connsiteX1-3" fmla="*/ 6826313 w 6826313"/>
              <a:gd name="connsiteY1-4" fmla="*/ 1876457 h 4508626"/>
              <a:gd name="connsiteX2-5" fmla="*/ 6826313 w 6826313"/>
              <a:gd name="connsiteY2-6" fmla="*/ 2476058 h 4508626"/>
              <a:gd name="connsiteX3-7" fmla="*/ 6762786 w 6826313"/>
              <a:gd name="connsiteY3-8" fmla="*/ 2139756 h 4508626"/>
              <a:gd name="connsiteX4-9" fmla="*/ 6762786 w 6826313"/>
              <a:gd name="connsiteY4-10" fmla="*/ 1876457 h 4508626"/>
              <a:gd name="connsiteX5-11" fmla="*/ 0 w 6826313"/>
              <a:gd name="connsiteY5-12" fmla="*/ 0 h 4508626"/>
              <a:gd name="connsiteX6-13" fmla="*/ 6826313 w 6826313"/>
              <a:gd name="connsiteY6-14" fmla="*/ 0 h 4508626"/>
              <a:gd name="connsiteX7-15" fmla="*/ 6826313 w 6826313"/>
              <a:gd name="connsiteY7-16" fmla="*/ 959382 h 4508626"/>
              <a:gd name="connsiteX8-17" fmla="*/ 6762786 w 6826313"/>
              <a:gd name="connsiteY8-18" fmla="*/ 959382 h 4508626"/>
              <a:gd name="connsiteX9-19" fmla="*/ 6762786 w 6826313"/>
              <a:gd name="connsiteY9-20" fmla="*/ 63527 h 4508626"/>
              <a:gd name="connsiteX10-21" fmla="*/ 63527 w 6826313"/>
              <a:gd name="connsiteY10-22" fmla="*/ 63527 h 4508626"/>
              <a:gd name="connsiteX11-23" fmla="*/ 63527 w 6826313"/>
              <a:gd name="connsiteY11-24" fmla="*/ 4445099 h 4508626"/>
              <a:gd name="connsiteX12-25" fmla="*/ 6762786 w 6826313"/>
              <a:gd name="connsiteY12-26" fmla="*/ 4445099 h 4508626"/>
              <a:gd name="connsiteX13-27" fmla="*/ 6762786 w 6826313"/>
              <a:gd name="connsiteY13-28" fmla="*/ 3756057 h 4508626"/>
              <a:gd name="connsiteX14-29" fmla="*/ 6826313 w 6826313"/>
              <a:gd name="connsiteY14-30" fmla="*/ 3756057 h 4508626"/>
              <a:gd name="connsiteX15-31" fmla="*/ 6826313 w 6826313"/>
              <a:gd name="connsiteY15-32" fmla="*/ 4508626 h 4508626"/>
              <a:gd name="connsiteX16" fmla="*/ 0 w 6826313"/>
              <a:gd name="connsiteY16" fmla="*/ 4508626 h 4508626"/>
              <a:gd name="connsiteX17" fmla="*/ 0 w 6826313"/>
              <a:gd name="connsiteY17" fmla="*/ 0 h 4508626"/>
              <a:gd name="connsiteX0-33" fmla="*/ 6762786 w 6826313"/>
              <a:gd name="connsiteY0-34" fmla="*/ 1876457 h 4508626"/>
              <a:gd name="connsiteX1-35" fmla="*/ 6826313 w 6826313"/>
              <a:gd name="connsiteY1-36" fmla="*/ 1876457 h 4508626"/>
              <a:gd name="connsiteX2-37" fmla="*/ 6826313 w 6826313"/>
              <a:gd name="connsiteY2-38" fmla="*/ 2476058 h 4508626"/>
              <a:gd name="connsiteX3-39" fmla="*/ 6762786 w 6826313"/>
              <a:gd name="connsiteY3-40" fmla="*/ 2455298 h 4508626"/>
              <a:gd name="connsiteX4-41" fmla="*/ 6762786 w 6826313"/>
              <a:gd name="connsiteY4-42" fmla="*/ 1876457 h 4508626"/>
              <a:gd name="connsiteX5-43" fmla="*/ 0 w 6826313"/>
              <a:gd name="connsiteY5-44" fmla="*/ 0 h 4508626"/>
              <a:gd name="connsiteX6-45" fmla="*/ 6826313 w 6826313"/>
              <a:gd name="connsiteY6-46" fmla="*/ 0 h 4508626"/>
              <a:gd name="connsiteX7-47" fmla="*/ 6826313 w 6826313"/>
              <a:gd name="connsiteY7-48" fmla="*/ 959382 h 4508626"/>
              <a:gd name="connsiteX8-49" fmla="*/ 6762786 w 6826313"/>
              <a:gd name="connsiteY8-50" fmla="*/ 959382 h 4508626"/>
              <a:gd name="connsiteX9-51" fmla="*/ 6762786 w 6826313"/>
              <a:gd name="connsiteY9-52" fmla="*/ 63527 h 4508626"/>
              <a:gd name="connsiteX10-53" fmla="*/ 63527 w 6826313"/>
              <a:gd name="connsiteY10-54" fmla="*/ 63527 h 4508626"/>
              <a:gd name="connsiteX11-55" fmla="*/ 63527 w 6826313"/>
              <a:gd name="connsiteY11-56" fmla="*/ 4445099 h 4508626"/>
              <a:gd name="connsiteX12-57" fmla="*/ 6762786 w 6826313"/>
              <a:gd name="connsiteY12-58" fmla="*/ 4445099 h 4508626"/>
              <a:gd name="connsiteX13-59" fmla="*/ 6762786 w 6826313"/>
              <a:gd name="connsiteY13-60" fmla="*/ 3756057 h 4508626"/>
              <a:gd name="connsiteX14-61" fmla="*/ 6826313 w 6826313"/>
              <a:gd name="connsiteY14-62" fmla="*/ 3756057 h 4508626"/>
              <a:gd name="connsiteX15-63" fmla="*/ 6826313 w 6826313"/>
              <a:gd name="connsiteY15-64" fmla="*/ 4508626 h 4508626"/>
              <a:gd name="connsiteX16-65" fmla="*/ 0 w 6826313"/>
              <a:gd name="connsiteY16-66" fmla="*/ 4508626 h 4508626"/>
              <a:gd name="connsiteX17-67" fmla="*/ 0 w 6826313"/>
              <a:gd name="connsiteY17-68" fmla="*/ 0 h 4508626"/>
              <a:gd name="connsiteX0-69" fmla="*/ 6762786 w 6826313"/>
              <a:gd name="connsiteY0-70" fmla="*/ 1876457 h 4508626"/>
              <a:gd name="connsiteX1-71" fmla="*/ 6826313 w 6826313"/>
              <a:gd name="connsiteY1-72" fmla="*/ 1876457 h 4508626"/>
              <a:gd name="connsiteX2-73" fmla="*/ 6826313 w 6826313"/>
              <a:gd name="connsiteY2-74" fmla="*/ 2476058 h 4508626"/>
              <a:gd name="connsiteX3-75" fmla="*/ 6762786 w 6826313"/>
              <a:gd name="connsiteY3-76" fmla="*/ 2476058 h 4508626"/>
              <a:gd name="connsiteX4-77" fmla="*/ 6762786 w 6826313"/>
              <a:gd name="connsiteY4-78" fmla="*/ 1876457 h 4508626"/>
              <a:gd name="connsiteX5-79" fmla="*/ 0 w 6826313"/>
              <a:gd name="connsiteY5-80" fmla="*/ 0 h 4508626"/>
              <a:gd name="connsiteX6-81" fmla="*/ 6826313 w 6826313"/>
              <a:gd name="connsiteY6-82" fmla="*/ 0 h 4508626"/>
              <a:gd name="connsiteX7-83" fmla="*/ 6826313 w 6826313"/>
              <a:gd name="connsiteY7-84" fmla="*/ 959382 h 4508626"/>
              <a:gd name="connsiteX8-85" fmla="*/ 6762786 w 6826313"/>
              <a:gd name="connsiteY8-86" fmla="*/ 959382 h 4508626"/>
              <a:gd name="connsiteX9-87" fmla="*/ 6762786 w 6826313"/>
              <a:gd name="connsiteY9-88" fmla="*/ 63527 h 4508626"/>
              <a:gd name="connsiteX10-89" fmla="*/ 63527 w 6826313"/>
              <a:gd name="connsiteY10-90" fmla="*/ 63527 h 4508626"/>
              <a:gd name="connsiteX11-91" fmla="*/ 63527 w 6826313"/>
              <a:gd name="connsiteY11-92" fmla="*/ 4445099 h 4508626"/>
              <a:gd name="connsiteX12-93" fmla="*/ 6762786 w 6826313"/>
              <a:gd name="connsiteY12-94" fmla="*/ 4445099 h 4508626"/>
              <a:gd name="connsiteX13-95" fmla="*/ 6762786 w 6826313"/>
              <a:gd name="connsiteY13-96" fmla="*/ 3756057 h 4508626"/>
              <a:gd name="connsiteX14-97" fmla="*/ 6826313 w 6826313"/>
              <a:gd name="connsiteY14-98" fmla="*/ 3756057 h 4508626"/>
              <a:gd name="connsiteX15-99" fmla="*/ 6826313 w 6826313"/>
              <a:gd name="connsiteY15-100" fmla="*/ 4508626 h 4508626"/>
              <a:gd name="connsiteX16-101" fmla="*/ 0 w 6826313"/>
              <a:gd name="connsiteY16-102" fmla="*/ 4508626 h 4508626"/>
              <a:gd name="connsiteX17-103" fmla="*/ 0 w 6826313"/>
              <a:gd name="connsiteY17-104" fmla="*/ 0 h 4508626"/>
              <a:gd name="connsiteX0-105" fmla="*/ 6762786 w 6826313"/>
              <a:gd name="connsiteY0-106" fmla="*/ 1876457 h 4508626"/>
              <a:gd name="connsiteX1-107" fmla="*/ 6826313 w 6826313"/>
              <a:gd name="connsiteY1-108" fmla="*/ 1876457 h 4508626"/>
              <a:gd name="connsiteX2-109" fmla="*/ 6826313 w 6826313"/>
              <a:gd name="connsiteY2-110" fmla="*/ 2476058 h 4508626"/>
              <a:gd name="connsiteX3-111" fmla="*/ 6762786 w 6826313"/>
              <a:gd name="connsiteY3-112" fmla="*/ 2476058 h 4508626"/>
              <a:gd name="connsiteX4-113" fmla="*/ 6762786 w 6826313"/>
              <a:gd name="connsiteY4-114" fmla="*/ 1876457 h 4508626"/>
              <a:gd name="connsiteX5-115" fmla="*/ 0 w 6826313"/>
              <a:gd name="connsiteY5-116" fmla="*/ 0 h 4508626"/>
              <a:gd name="connsiteX6-117" fmla="*/ 6826313 w 6826313"/>
              <a:gd name="connsiteY6-118" fmla="*/ 0 h 4508626"/>
              <a:gd name="connsiteX7-119" fmla="*/ 6826313 w 6826313"/>
              <a:gd name="connsiteY7-120" fmla="*/ 959382 h 4508626"/>
              <a:gd name="connsiteX8-121" fmla="*/ 6762786 w 6826313"/>
              <a:gd name="connsiteY8-122" fmla="*/ 959382 h 4508626"/>
              <a:gd name="connsiteX9-123" fmla="*/ 6762786 w 6826313"/>
              <a:gd name="connsiteY9-124" fmla="*/ 63527 h 4508626"/>
              <a:gd name="connsiteX10-125" fmla="*/ 63527 w 6826313"/>
              <a:gd name="connsiteY10-126" fmla="*/ 63527 h 4508626"/>
              <a:gd name="connsiteX11-127" fmla="*/ 63527 w 6826313"/>
              <a:gd name="connsiteY11-128" fmla="*/ 4445099 h 4508626"/>
              <a:gd name="connsiteX12-129" fmla="*/ 6762786 w 6826313"/>
              <a:gd name="connsiteY12-130" fmla="*/ 4445099 h 4508626"/>
              <a:gd name="connsiteX13-131" fmla="*/ 6762786 w 6826313"/>
              <a:gd name="connsiteY13-132" fmla="*/ 3403147 h 4508626"/>
              <a:gd name="connsiteX14-133" fmla="*/ 6826313 w 6826313"/>
              <a:gd name="connsiteY14-134" fmla="*/ 3756057 h 4508626"/>
              <a:gd name="connsiteX15-135" fmla="*/ 6826313 w 6826313"/>
              <a:gd name="connsiteY15-136" fmla="*/ 4508626 h 4508626"/>
              <a:gd name="connsiteX16-137" fmla="*/ 0 w 6826313"/>
              <a:gd name="connsiteY16-138" fmla="*/ 4508626 h 4508626"/>
              <a:gd name="connsiteX17-139" fmla="*/ 0 w 6826313"/>
              <a:gd name="connsiteY17-140" fmla="*/ 0 h 4508626"/>
              <a:gd name="connsiteX0-141" fmla="*/ 6762786 w 6829816"/>
              <a:gd name="connsiteY0-142" fmla="*/ 1876457 h 4508626"/>
              <a:gd name="connsiteX1-143" fmla="*/ 6826313 w 6829816"/>
              <a:gd name="connsiteY1-144" fmla="*/ 1876457 h 4508626"/>
              <a:gd name="connsiteX2-145" fmla="*/ 6826313 w 6829816"/>
              <a:gd name="connsiteY2-146" fmla="*/ 2476058 h 4508626"/>
              <a:gd name="connsiteX3-147" fmla="*/ 6762786 w 6829816"/>
              <a:gd name="connsiteY3-148" fmla="*/ 2476058 h 4508626"/>
              <a:gd name="connsiteX4-149" fmla="*/ 6762786 w 6829816"/>
              <a:gd name="connsiteY4-150" fmla="*/ 1876457 h 4508626"/>
              <a:gd name="connsiteX5-151" fmla="*/ 0 w 6829816"/>
              <a:gd name="connsiteY5-152" fmla="*/ 0 h 4508626"/>
              <a:gd name="connsiteX6-153" fmla="*/ 6826313 w 6829816"/>
              <a:gd name="connsiteY6-154" fmla="*/ 0 h 4508626"/>
              <a:gd name="connsiteX7-155" fmla="*/ 6826313 w 6829816"/>
              <a:gd name="connsiteY7-156" fmla="*/ 959382 h 4508626"/>
              <a:gd name="connsiteX8-157" fmla="*/ 6762786 w 6829816"/>
              <a:gd name="connsiteY8-158" fmla="*/ 959382 h 4508626"/>
              <a:gd name="connsiteX9-159" fmla="*/ 6762786 w 6829816"/>
              <a:gd name="connsiteY9-160" fmla="*/ 63527 h 4508626"/>
              <a:gd name="connsiteX10-161" fmla="*/ 63527 w 6829816"/>
              <a:gd name="connsiteY10-162" fmla="*/ 63527 h 4508626"/>
              <a:gd name="connsiteX11-163" fmla="*/ 63527 w 6829816"/>
              <a:gd name="connsiteY11-164" fmla="*/ 4445099 h 4508626"/>
              <a:gd name="connsiteX12-165" fmla="*/ 6762786 w 6829816"/>
              <a:gd name="connsiteY12-166" fmla="*/ 4445099 h 4508626"/>
              <a:gd name="connsiteX13-167" fmla="*/ 6762786 w 6829816"/>
              <a:gd name="connsiteY13-168" fmla="*/ 3403147 h 4508626"/>
              <a:gd name="connsiteX14-169" fmla="*/ 6829816 w 6829816"/>
              <a:gd name="connsiteY14-170" fmla="*/ 3415603 h 4508626"/>
              <a:gd name="connsiteX15-171" fmla="*/ 6826313 w 6829816"/>
              <a:gd name="connsiteY15-172" fmla="*/ 4508626 h 4508626"/>
              <a:gd name="connsiteX16-173" fmla="*/ 0 w 6829816"/>
              <a:gd name="connsiteY16-174" fmla="*/ 4508626 h 4508626"/>
              <a:gd name="connsiteX17-175" fmla="*/ 0 w 6829816"/>
              <a:gd name="connsiteY17-176" fmla="*/ 0 h 4508626"/>
              <a:gd name="connsiteX0-177" fmla="*/ 6762786 w 6833319"/>
              <a:gd name="connsiteY0-178" fmla="*/ 1876457 h 4508626"/>
              <a:gd name="connsiteX1-179" fmla="*/ 6826313 w 6833319"/>
              <a:gd name="connsiteY1-180" fmla="*/ 1876457 h 4508626"/>
              <a:gd name="connsiteX2-181" fmla="*/ 6826313 w 6833319"/>
              <a:gd name="connsiteY2-182" fmla="*/ 2476058 h 4508626"/>
              <a:gd name="connsiteX3-183" fmla="*/ 6762786 w 6833319"/>
              <a:gd name="connsiteY3-184" fmla="*/ 2476058 h 4508626"/>
              <a:gd name="connsiteX4-185" fmla="*/ 6762786 w 6833319"/>
              <a:gd name="connsiteY4-186" fmla="*/ 1876457 h 4508626"/>
              <a:gd name="connsiteX5-187" fmla="*/ 0 w 6833319"/>
              <a:gd name="connsiteY5-188" fmla="*/ 0 h 4508626"/>
              <a:gd name="connsiteX6-189" fmla="*/ 6826313 w 6833319"/>
              <a:gd name="connsiteY6-190" fmla="*/ 0 h 4508626"/>
              <a:gd name="connsiteX7-191" fmla="*/ 6826313 w 6833319"/>
              <a:gd name="connsiteY7-192" fmla="*/ 959382 h 4508626"/>
              <a:gd name="connsiteX8-193" fmla="*/ 6762786 w 6833319"/>
              <a:gd name="connsiteY8-194" fmla="*/ 959382 h 4508626"/>
              <a:gd name="connsiteX9-195" fmla="*/ 6762786 w 6833319"/>
              <a:gd name="connsiteY9-196" fmla="*/ 63527 h 4508626"/>
              <a:gd name="connsiteX10-197" fmla="*/ 63527 w 6833319"/>
              <a:gd name="connsiteY10-198" fmla="*/ 63527 h 4508626"/>
              <a:gd name="connsiteX11-199" fmla="*/ 63527 w 6833319"/>
              <a:gd name="connsiteY11-200" fmla="*/ 4445099 h 4508626"/>
              <a:gd name="connsiteX12-201" fmla="*/ 6762786 w 6833319"/>
              <a:gd name="connsiteY12-202" fmla="*/ 4445099 h 4508626"/>
              <a:gd name="connsiteX13-203" fmla="*/ 6762786 w 6833319"/>
              <a:gd name="connsiteY13-204" fmla="*/ 3403147 h 4508626"/>
              <a:gd name="connsiteX14-205" fmla="*/ 6833319 w 6833319"/>
              <a:gd name="connsiteY14-206" fmla="*/ 3394844 h 4508626"/>
              <a:gd name="connsiteX15-207" fmla="*/ 6826313 w 6833319"/>
              <a:gd name="connsiteY15-208" fmla="*/ 4508626 h 4508626"/>
              <a:gd name="connsiteX16-209" fmla="*/ 0 w 6833319"/>
              <a:gd name="connsiteY16-210" fmla="*/ 4508626 h 4508626"/>
              <a:gd name="connsiteX17-211" fmla="*/ 0 w 6833319"/>
              <a:gd name="connsiteY17-212" fmla="*/ 0 h 4508626"/>
            </a:gdLst>
            <a:rect l="l" t="t" r="r" b="b"/>
            <a:pathLst>
              <a:path w="6833319" h="4508626">
                <a:moveTo>
                  <a:pt x="6762786" y="1876457"/>
                </a:moveTo>
                <a:lnTo>
                  <a:pt x="6826313" y="1876457"/>
                </a:lnTo>
                <a:lnTo>
                  <a:pt x="6826313" y="2476058"/>
                </a:lnTo>
                <a:lnTo>
                  <a:pt x="6762786" y="2476058"/>
                </a:lnTo>
                <a:lnTo>
                  <a:pt x="6762786" y="1876457"/>
                </a:lnTo>
                <a:close/>
                <a:moveTo>
                  <a:pt x="0" y="0"/>
                </a:moveTo>
                <a:lnTo>
                  <a:pt x="6826313" y="0"/>
                </a:lnTo>
                <a:lnTo>
                  <a:pt x="6826313" y="959382"/>
                </a:lnTo>
                <a:lnTo>
                  <a:pt x="6762786" y="959382"/>
                </a:lnTo>
                <a:lnTo>
                  <a:pt x="6762786" y="63527"/>
                </a:lnTo>
                <a:lnTo>
                  <a:pt x="63527" y="63527"/>
                </a:lnTo>
                <a:lnTo>
                  <a:pt x="63527" y="4445099"/>
                </a:lnTo>
                <a:lnTo>
                  <a:pt x="6762786" y="4445099"/>
                </a:lnTo>
                <a:lnTo>
                  <a:pt x="6762786" y="3403147"/>
                </a:lnTo>
                <a:lnTo>
                  <a:pt x="6833319" y="3394844"/>
                </a:lnTo>
                <a:cubicBezTo>
                  <a:pt x="6832151" y="3759185"/>
                  <a:pt x="6827481" y="4144285"/>
                  <a:pt x="6826313" y="4508626"/>
                </a:cubicBezTo>
                <a:lnTo>
                  <a:pt x="0" y="4508626"/>
                </a:lnTo>
                <a:lnTo>
                  <a:pt x="0" y="0"/>
                </a:lnTo>
                <a:close/>
              </a:path>
            </a:pathLst>
          </a:custGeom>
          <a:solidFill xmlns:a="http://schemas.openxmlformats.org/drawingml/2006/main">
            <a:schemeClr val="bg2">
              <a:alpha val="80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tx1"/>
              </a:solidFill>
              <a:latin typeface="Arial"/>
              <a:ea typeface="Arial"/>
              <a:cs typeface="Arial"/>
            </a:endParaRPr>
          </a:p>
        </p:txBody>
      </p:sp>
      <p:sp>
        <p:nvSpPr>
          <p:cNvPr id="8" name="文本框 7">
            <a:extLst xmlns:a="http://schemas.openxmlformats.org/drawingml/2006/main">
              <a:ext uri="{FF2B5EF4-FFF2-40B4-BE49-F238E27FC236}">
                <a16:creationId xmlns:a16="http://schemas.microsoft.com/office/drawing/2014/main" id="{129249FE-932D-AC01-8DDF-19C76ABEE34C}"/>
              </a:ext>
            </a:extLst>
          </p:cNvPr>
          <p:cNvSpPr>
            <a:spLocks xmlns:a="http://schemas.openxmlformats.org/drawingml/2006/main" noGrp="1"/>
          </p:cNvSpPr>
          <p:nvPr/>
        </p:nvSpPr>
        <p:spPr>
          <a:xfrm xmlns:a="http://schemas.openxmlformats.org/drawingml/2006/main">
            <a:off x="2543175" y="3933825"/>
            <a:ext cx="3238500" cy="752475"/>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buNone/>
              <a:defRPr sz="3300">
                <a:solidFill>
                  <a:srgbClr val="023160"/>
                </a:solidFill>
                <a:latin typeface="Arial"/>
                <a:ea typeface="Arial"/>
                <a:cs typeface="Arial"/>
              </a:defRPr>
            </a:pPr>
            <a:r>
              <a:rPr sz="3300">
                <a:solidFill>
                  <a:srgbClr val="023160"/>
                </a:solidFill>
                <a:latin typeface="Arial"/>
                <a:ea typeface="Arial"/>
                <a:cs typeface="Arial"/>
              </a:rPr>
              <a:t>Thank you</a:t>
            </a:r>
            <a:endParaRPr sz="3600">
              <a:latin typeface="Arial"/>
              <a:ea typeface="Arial"/>
              <a:cs typeface="Arial"/>
            </a:endParaRPr>
          </a:p>
        </p:txBody>
      </p:sp>
      <p:pic>
        <p:nvPicPr>
          <p:cNvPr id="15" name="图片 2"/>
          <p:cNvPicPr>
            <a:picLocks xmlns:a="http://schemas.openxmlformats.org/drawingml/2006/main" noChangeAspect="1"/>
          </p:cNvPicPr>
          <p:nvPr/>
        </p:nvPicPr>
        <p:blipFill>
          <a:blip xmlns:r="http://schemas.openxmlformats.org/officeDocument/2006/relationships" xmlns:a="http://schemas.openxmlformats.org/drawingml/2006/main" r:embed="R77e69a2ed4604d4e"/>
          <a:stretch xmlns:a="http://schemas.openxmlformats.org/drawingml/2006/main">
            <a:fillRect l="0" t="0" r="0" b="0"/>
          </a:stretch>
        </p:blipFill>
        <p:spPr>
          <a:xfrm xmlns:a="http://schemas.openxmlformats.org/drawingml/2006/main">
            <a:off x="7117730" y="1600200"/>
            <a:ext cx="4000500" cy="3657600"/>
          </a:xfrm>
          <a:prstGeom xmlns:a="http://schemas.openxmlformats.org/drawingml/2006/main" prst="rect">
            <a:avLst/>
          </a:prstGeom>
        </p:spPr>
      </p:pic>
    </p:spTree>
    <p:extLst>
      <p:ext uri="{BB962C8B-B14F-4D97-AF65-F5344CB8AC3E}">
        <p14:creationId xmlns:p14="http://schemas.microsoft.com/office/powerpoint/2010/main" val="4095847003"/>
      </p:ext>
    </p:extLst>
  </p:cSld>
</p:sld>
</file>

<file path=ppt/theme/theme1.xml><?xml version="1.0" encoding="utf-8"?>
<a:theme xmlns:a="http://schemas.openxmlformats.org/drawingml/2006/main" name="Office Theme">
  <a:themeElements>
    <a:clrScheme name="自定义 22">
      <a:dk1>
        <a:sysClr val="windowText" lastClr="000000"/>
      </a:dk1>
      <a:lt1>
        <a:sysClr val="window" lastClr="FFFFFF"/>
      </a:lt1>
      <a:dk2>
        <a:srgbClr val="E7E6E6"/>
      </a:dk2>
      <a:lt2>
        <a:srgbClr val="0D4C82"/>
      </a:lt2>
      <a:accent1>
        <a:srgbClr val="023160"/>
      </a:accent1>
      <a:accent2>
        <a:srgbClr val="C00000"/>
      </a:accent2>
      <a:accent3>
        <a:srgbClr val="F2FC70"/>
      </a:accent3>
      <a:accent4>
        <a:srgbClr val="954F72"/>
      </a:accent4>
      <a:accent5>
        <a:srgbClr val="E7E6E6"/>
      </a:accent5>
      <a:accent6>
        <a:srgbClr val="70AD47"/>
      </a:accent6>
      <a:hlink>
        <a:srgbClr val="DEEBF6"/>
      </a:hlink>
      <a:folHlink>
        <a:srgbClr val="7030A0"/>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自定义 2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2026-09-14T15:13:22.6450000Z</dcterms:created>
  <dcterms:modified xsi:type="dcterms:W3CDTF">2026-09-14T15:13:22.6450000Z</dcterms:modified>
</coreProperties>
</file>